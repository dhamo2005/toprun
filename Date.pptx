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367" r:id="rId2"/>
    <p:sldId id="370" r:id="rId3"/>
    <p:sldId id="383" r:id="rId4"/>
    <p:sldId id="384" r:id="rId5"/>
    <p:sldId id="385" r:id="rId6"/>
    <p:sldId id="388" r:id="rId7"/>
    <p:sldId id="377" r:id="rId8"/>
    <p:sldId id="386" r:id="rId9"/>
    <p:sldId id="365" r:id="rId10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03F4906-D6A5-4633-9A3B-230AC910D3B7}">
          <p14:sldIdLst>
            <p14:sldId id="367"/>
            <p14:sldId id="370"/>
            <p14:sldId id="383"/>
            <p14:sldId id="384"/>
            <p14:sldId id="385"/>
            <p14:sldId id="388"/>
            <p14:sldId id="377"/>
            <p14:sldId id="386"/>
            <p14:sldId id="3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26" userDrawn="1">
          <p15:clr>
            <a:srgbClr val="A4A3A4"/>
          </p15:clr>
        </p15:guide>
        <p15:guide id="2" pos="311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ED3D7"/>
    <a:srgbClr val="FFFFCC"/>
    <a:srgbClr val="FFFFF7"/>
    <a:srgbClr val="FFFF99"/>
    <a:srgbClr val="FFFFFF"/>
    <a:srgbClr val="B0DEF2"/>
    <a:srgbClr val="023B92"/>
    <a:srgbClr val="C00000"/>
    <a:srgbClr val="4B5F55"/>
    <a:srgbClr val="F179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298" autoAdjust="0"/>
    <p:restoredTop sz="95133" autoAdjust="0"/>
  </p:normalViewPr>
  <p:slideViewPr>
    <p:cSldViewPr snapToGrid="0" showGuides="1">
      <p:cViewPr varScale="1">
        <p:scale>
          <a:sx n="93" d="100"/>
          <a:sy n="93" d="100"/>
        </p:scale>
        <p:origin x="924" y="84"/>
      </p:cViewPr>
      <p:guideLst>
        <p:guide orient="horz" pos="2126"/>
        <p:guide pos="3118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9" d="100"/>
          <a:sy n="59" d="100"/>
        </p:scale>
        <p:origin x="3298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3384288877953"/>
          <c:y val="2.10458745492343E-2"/>
          <c:w val="0.84268898651816304"/>
          <c:h val="0.6880220489938380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Mold change</c:v>
                </c:pt>
              </c:strCache>
            </c:strRef>
          </c:tx>
          <c:spPr>
            <a:ln w="9525" cap="rnd" cmpd="sng" algn="ctr">
              <a:solidFill>
                <a:schemeClr val="accent1"/>
              </a:solidFill>
              <a:prstDash val="solid"/>
              <a:round/>
            </a:ln>
          </c:spPr>
          <c:marker>
            <c:symbol val="diamond"/>
            <c:size val="2"/>
            <c:spPr>
              <a:solidFill>
                <a:schemeClr val="accent6"/>
              </a:solidFill>
              <a:ln w="9525" cap="flat" cmpd="sng" algn="ctr"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74000">
                      <a:schemeClr val="accent1">
                        <a:lumMod val="45000"/>
                        <a:lumOff val="55000"/>
                      </a:schemeClr>
                    </a:gs>
                    <a:gs pos="83000">
                      <a:schemeClr val="accent1">
                        <a:lumMod val="45000"/>
                        <a:lumOff val="55000"/>
                      </a:schemeClr>
                    </a:gs>
                    <a:gs pos="100000">
                      <a:schemeClr val="accent1">
                        <a:lumMod val="30000"/>
                        <a:lumOff val="70000"/>
                      </a:schemeClr>
                    </a:gs>
                  </a:gsLst>
                  <a:lin ang="5400000" scaled="1"/>
                </a:gradFill>
                <a:prstDash val="sysDash"/>
                <a:round/>
              </a:ln>
            </c:spPr>
          </c:marker>
          <c:dLbls>
            <c:spPr>
              <a:noFill/>
              <a:ln w="5030">
                <a:noFill/>
              </a:ln>
              <a:effectLst/>
            </c:spPr>
            <c:txPr>
              <a:bodyPr rot="120000" spcFirstLastPara="0" vertOverflow="ellipsis" vert="horz" wrap="square" lIns="36000" tIns="0" rIns="36000" bIns="0" anchor="ctr" anchorCtr="1">
                <a:spAutoFit/>
              </a:bodyPr>
              <a:lstStyle/>
              <a:p>
                <a:pPr>
                  <a:defRPr lang="en-GB" sz="800" b="0" i="0" u="none" strike="noStrike" kern="1200" baseline="0">
                    <a:solidFill>
                      <a:srgbClr val="000000"/>
                    </a:solidFill>
                    <a:latin typeface="Trebuchet MS" panose="020B0603020202020204"/>
                    <a:ea typeface="Trebuchet MS" panose="020B0603020202020204"/>
                    <a:cs typeface="Trebuchet MS" panose="020B0603020202020204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layout/>
                <c15:showLeaderLines val="0"/>
              </c:ext>
            </c:extLst>
          </c:dLbls>
          <c:cat>
            <c:strRef>
              <c:f>Sheet1!$A$183:$A$196</c:f>
              <c:strCache>
                <c:ptCount val="5"/>
                <c:pt idx="0">
                  <c:v>09.12.2025</c:v>
                </c:pt>
                <c:pt idx="1">
                  <c:v>10.12.2025</c:v>
                </c:pt>
                <c:pt idx="2">
                  <c:v>11.12.2025</c:v>
                </c:pt>
                <c:pt idx="3">
                  <c:v>15.12.2025</c:v>
                </c:pt>
                <c:pt idx="4">
                  <c:v>16.12.2025</c:v>
                </c:pt>
              </c:strCache>
            </c:strRef>
          </c:cat>
          <c:val>
            <c:numRef>
              <c:f>Sheet1!$B$183:$B$196</c:f>
              <c:numCache>
                <c:formatCode>General</c:formatCode>
                <c:ptCount val="5"/>
                <c:pt idx="0">
                  <c:v>400</c:v>
                </c:pt>
                <c:pt idx="1">
                  <c:v>545</c:v>
                </c:pt>
                <c:pt idx="2">
                  <c:v>270</c:v>
                </c:pt>
                <c:pt idx="3">
                  <c:v>665</c:v>
                </c:pt>
                <c:pt idx="4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1F2-4531-A485-6BD5E6D3D4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Color change</c:v>
                </c:pt>
              </c:strCache>
            </c:strRef>
          </c:tx>
          <c:spPr>
            <a:ln w="12700" cap="rnd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round/>
            </a:ln>
          </c:spPr>
          <c:marker>
            <c:symbol val="diamond"/>
            <c:size val="2"/>
            <c:spPr>
              <a:solidFill>
                <a:schemeClr val="accent6"/>
              </a:solidFill>
              <a:ln w="12700" cap="flat" cmpd="sng" algn="ctr">
                <a:solidFill>
                  <a:schemeClr val="accent6">
                    <a:lumMod val="20000"/>
                    <a:lumOff val="80000"/>
                  </a:schemeClr>
                </a:solidFill>
                <a:prstDash val="solid"/>
                <a:round/>
              </a:ln>
            </c:spPr>
          </c:marker>
          <c:dLbls>
            <c:spPr>
              <a:noFill/>
              <a:ln w="5030"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GB" sz="800" b="0" i="0" u="none" strike="noStrike" kern="1200" baseline="0">
                    <a:solidFill>
                      <a:srgbClr val="000000"/>
                    </a:solidFill>
                    <a:latin typeface="Trebuchet MS" panose="020B0603020202020204"/>
                    <a:ea typeface="Trebuchet MS" panose="020B0603020202020204"/>
                    <a:cs typeface="Trebuchet MS" panose="020B0603020202020204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Sheet1!$A$183:$A$196</c:f>
              <c:strCache>
                <c:ptCount val="5"/>
                <c:pt idx="0">
                  <c:v>09.12.2025</c:v>
                </c:pt>
                <c:pt idx="1">
                  <c:v>10.12.2025</c:v>
                </c:pt>
                <c:pt idx="2">
                  <c:v>11.12.2025</c:v>
                </c:pt>
                <c:pt idx="3">
                  <c:v>15.12.2025</c:v>
                </c:pt>
                <c:pt idx="4">
                  <c:v>16.12.2025</c:v>
                </c:pt>
              </c:strCache>
            </c:strRef>
          </c:cat>
          <c:val>
            <c:numRef>
              <c:f>Sheet1!$C$183:$C$196</c:f>
              <c:numCache>
                <c:formatCode>General</c:formatCode>
                <c:ptCount val="5"/>
                <c:pt idx="0">
                  <c:v>385</c:v>
                </c:pt>
                <c:pt idx="1">
                  <c:v>495</c:v>
                </c:pt>
                <c:pt idx="2">
                  <c:v>265</c:v>
                </c:pt>
                <c:pt idx="3">
                  <c:v>650</c:v>
                </c:pt>
                <c:pt idx="4">
                  <c:v>330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1F2-4531-A485-6BD5E6D3D4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Manpower shortage</c:v>
                </c:pt>
              </c:strCache>
            </c:strRef>
          </c:tx>
          <c:spPr>
            <a:ln w="5659" cap="rnd" cmpd="sng" algn="ctr">
              <a:solidFill>
                <a:schemeClr val="accent2">
                  <a:lumMod val="60000"/>
                  <a:lumOff val="40000"/>
                </a:schemeClr>
              </a:solidFill>
              <a:prstDash val="solid"/>
              <a:round/>
            </a:ln>
          </c:spPr>
          <c:marker>
            <c:symbol val="none"/>
          </c:marker>
          <c:dLbls>
            <c:spPr>
              <a:noFill/>
              <a:ln w="5533"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GB" sz="800" b="0" i="0" u="none" strike="noStrike" kern="1200" baseline="0">
                    <a:solidFill>
                      <a:srgbClr val="000000"/>
                    </a:solidFill>
                    <a:latin typeface="Trebuchet MS" panose="020B0603020202020204"/>
                    <a:ea typeface="Trebuchet MS" panose="020B0603020202020204"/>
                    <a:cs typeface="Trebuchet MS" panose="020B0603020202020204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Sheet1!$A$183:$A$196</c:f>
              <c:strCache>
                <c:ptCount val="5"/>
                <c:pt idx="0">
                  <c:v>09.12.2025</c:v>
                </c:pt>
                <c:pt idx="1">
                  <c:v>10.12.2025</c:v>
                </c:pt>
                <c:pt idx="2">
                  <c:v>11.12.2025</c:v>
                </c:pt>
                <c:pt idx="3">
                  <c:v>15.12.2025</c:v>
                </c:pt>
                <c:pt idx="4">
                  <c:v>16.12.2025</c:v>
                </c:pt>
              </c:strCache>
            </c:strRef>
          </c:cat>
          <c:val>
            <c:numRef>
              <c:f>Sheet1!$D$183:$D$196</c:f>
              <c:numCache>
                <c:formatCode>General</c:formatCode>
                <c:ptCount val="5"/>
                <c:pt idx="0">
                  <c:v>150</c:v>
                </c:pt>
                <c:pt idx="1">
                  <c:v>195</c:v>
                </c:pt>
                <c:pt idx="2">
                  <c:v>190</c:v>
                </c:pt>
                <c:pt idx="3">
                  <c:v>545</c:v>
                </c:pt>
                <c:pt idx="4">
                  <c:v>110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1F2-4531-A485-6BD5E6D3D4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70663168"/>
        <c:axId val="308987584"/>
      </c:lineChart>
      <c:catAx>
        <c:axId val="270663168"/>
        <c:scaling>
          <c:orientation val="minMax"/>
        </c:scaling>
        <c:delete val="0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GB" sz="160" b="0" i="0" u="none" strike="noStrike" kern="1200" baseline="0">
                <a:solidFill>
                  <a:srgbClr val="00000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endParaRPr lang="en-US"/>
          </a:p>
        </c:txPr>
        <c:crossAx val="308987584"/>
        <c:crosses val="max"/>
        <c:auto val="1"/>
        <c:lblAlgn val="ctr"/>
        <c:lblOffset val="100"/>
        <c:noMultiLvlLbl val="0"/>
      </c:catAx>
      <c:valAx>
        <c:axId val="308987584"/>
        <c:scaling>
          <c:orientation val="minMax"/>
          <c:max val="1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GB" sz="700" b="0" i="0" u="none" strike="noStrike" kern="1200" baseline="0">
                <a:solidFill>
                  <a:srgbClr val="000000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endParaRPr lang="en-US"/>
          </a:p>
        </c:txPr>
        <c:crossAx val="270663168"/>
        <c:crosses val="autoZero"/>
        <c:crossBetween val="between"/>
        <c:majorUnit val="250"/>
      </c:valAx>
      <c:dTable>
        <c:showHorzBorder val="1"/>
        <c:showVertBorder val="1"/>
        <c:showOutline val="1"/>
        <c:showKeys val="1"/>
        <c:txPr>
          <a:bodyPr rot="0" spcFirstLastPara="0" vertOverflow="ellipsis" vert="horz" wrap="square" anchor="ctr" anchorCtr="1"/>
          <a:lstStyle/>
          <a:p>
            <a:pPr rtl="0">
              <a:defRPr lang="en-GB" sz="900" b="0" i="0" u="none" strike="noStrike" kern="1200" baseline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rebuchet MS" panose="020B0603020202020204"/>
              </a:defRPr>
            </a:pPr>
            <a:endParaRPr lang="en-US"/>
          </a:p>
        </c:txPr>
      </c:dTable>
      <c:spPr>
        <a:noFill/>
        <a:ln w="25400"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7b027e21-822f-490c-93ca-de02109cb793}"/>
      </c:ext>
    </c:extLst>
  </c:chart>
  <c:spPr>
    <a:ln>
      <a:noFill/>
    </a:ln>
    <a:effectLst/>
  </c:spPr>
  <c:txPr>
    <a:bodyPr/>
    <a:lstStyle/>
    <a:p>
      <a:pPr>
        <a:defRPr lang="en-GB" sz="160" b="0" i="0" u="none" strike="noStrike" baseline="0">
          <a:solidFill>
            <a:srgbClr val="000000"/>
          </a:solidFill>
          <a:latin typeface="Trebuchet MS" panose="020B0603020202020204"/>
          <a:ea typeface="Trebuchet MS" panose="020B0603020202020204"/>
          <a:cs typeface="Trebuchet MS" panose="020B0603020202020204"/>
        </a:defRPr>
      </a:pPr>
      <a:endParaRPr lang="en-US"/>
    </a:p>
  </c:txPr>
  <c:externalData r:id="rId1">
    <c:autoUpdate val="0"/>
  </c:externalData>
</c:chartSpac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BA5EAB-F5B0-41EE-B0A8-0CE4C0D631E2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7DCCE3-A334-48C4-A235-FB611ED9C2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5308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7DCCE3-A334-48C4-A235-FB611ED9C285}" type="slidenum">
              <a:rPr lang="ko-KR" altLang="en-US" smtClean="0"/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7DCCE3-A334-48C4-A235-FB611ED9C285}" type="slidenum">
              <a:rPr lang="ko-KR" altLang="en-US" smtClean="0"/>
              <a:t>2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7DCCE3-A334-48C4-A235-FB611ED9C285}" type="slidenum">
              <a:rPr lang="ko-KR" altLang="en-US" smtClean="0"/>
              <a:t>3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7DCCE3-A334-48C4-A235-FB611ED9C285}" type="slidenum">
              <a:rPr lang="ko-KR" altLang="en-US" smtClean="0"/>
              <a:t>4</a:t>
            </a:fld>
            <a:endParaRPr lang="ko-KR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/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5074333" y="1973362"/>
            <a:ext cx="4831667" cy="4884023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3">
            <a:alphaModFix amt="50000"/>
          </a:blip>
          <a:srcRect t="26634" r="43529" b="5600"/>
          <a:stretch>
            <a:fillRect/>
          </a:stretch>
        </p:blipFill>
        <p:spPr>
          <a:xfrm>
            <a:off x="7247053" y="0"/>
            <a:ext cx="2668158" cy="4201610"/>
          </a:xfrm>
          <a:prstGeom prst="rect">
            <a:avLst/>
          </a:prstGeom>
        </p:spPr>
      </p:pic>
      <p:grpSp>
        <p:nvGrpSpPr>
          <p:cNvPr id="22" name="그룹 21"/>
          <p:cNvGrpSpPr/>
          <p:nvPr/>
        </p:nvGrpSpPr>
        <p:grpSpPr>
          <a:xfrm>
            <a:off x="-434" y="0"/>
            <a:ext cx="2196000" cy="6860003"/>
            <a:chOff x="-3452" y="-2618"/>
            <a:chExt cx="2157629" cy="6860003"/>
          </a:xfrm>
        </p:grpSpPr>
        <p:sp>
          <p:nvSpPr>
            <p:cNvPr id="7" name="직사각형 6"/>
            <p:cNvSpPr/>
            <p:nvPr userDrawn="1"/>
          </p:nvSpPr>
          <p:spPr>
            <a:xfrm>
              <a:off x="1434177" y="-2618"/>
              <a:ext cx="720000" cy="685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/>
            <p:cNvSpPr/>
            <p:nvPr userDrawn="1"/>
          </p:nvSpPr>
          <p:spPr>
            <a:xfrm>
              <a:off x="-3452" y="-615"/>
              <a:ext cx="1520952" cy="6858000"/>
            </a:xfrm>
            <a:prstGeom prst="rect">
              <a:avLst/>
            </a:prstGeom>
            <a:solidFill>
              <a:srgbClr val="B4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/>
          <p:cNvSpPr txBox="1"/>
          <p:nvPr/>
        </p:nvSpPr>
        <p:spPr>
          <a:xfrm>
            <a:off x="13448" y="435691"/>
            <a:ext cx="34802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kumimoji="1" lang="en-US" altLang="ko-KR" sz="1400" b="1" u="none" dirty="0">
                <a:solidFill>
                  <a:schemeClr val="bg1">
                    <a:lumMod val="95000"/>
                  </a:schemeClr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>The past is the pre</a:t>
            </a:r>
            <a:r>
              <a:rPr kumimoji="1" lang="en-US" altLang="ko-KR" sz="1400" b="1" u="none" dirty="0">
                <a:solidFill>
                  <a:schemeClr val="tx1">
                    <a:lumMod val="50000"/>
                    <a:lumOff val="50000"/>
                  </a:schemeClr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>sent</a:t>
            </a:r>
          </a:p>
          <a:p>
            <a:pPr algn="l"/>
            <a:r>
              <a:rPr kumimoji="1" lang="en-US" altLang="ko-KR" sz="1400" b="1" u="none" dirty="0">
                <a:solidFill>
                  <a:schemeClr val="bg1">
                    <a:lumMod val="95000"/>
                  </a:schemeClr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>          The present </a:t>
            </a:r>
            <a:r>
              <a:rPr kumimoji="1" lang="en-US" altLang="ko-KR" sz="1400" b="1" u="none" dirty="0">
                <a:solidFill>
                  <a:schemeClr val="tx1">
                    <a:lumMod val="50000"/>
                    <a:lumOff val="50000"/>
                  </a:schemeClr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>builds the future</a:t>
            </a:r>
          </a:p>
        </p:txBody>
      </p:sp>
      <p:grpSp>
        <p:nvGrpSpPr>
          <p:cNvPr id="25" name="그래픽 19"/>
          <p:cNvGrpSpPr/>
          <p:nvPr/>
        </p:nvGrpSpPr>
        <p:grpSpPr>
          <a:xfrm>
            <a:off x="262807" y="5325773"/>
            <a:ext cx="1029232" cy="625150"/>
            <a:chOff x="517786" y="995450"/>
            <a:chExt cx="8317659" cy="4943846"/>
          </a:xfrm>
          <a:solidFill>
            <a:srgbClr val="000000"/>
          </a:solidFill>
        </p:grpSpPr>
        <p:sp>
          <p:nvSpPr>
            <p:cNvPr id="26" name="자유형: 도형 25"/>
            <p:cNvSpPr/>
            <p:nvPr/>
          </p:nvSpPr>
          <p:spPr>
            <a:xfrm flipV="1">
              <a:off x="517786" y="995450"/>
              <a:ext cx="8317659" cy="4943846"/>
            </a:xfrm>
            <a:custGeom>
              <a:avLst/>
              <a:gdLst>
                <a:gd name="connsiteX0" fmla="*/ 4849519 w 8317659"/>
                <a:gd name="connsiteY0" fmla="*/ 4919411 h 4943846"/>
                <a:gd name="connsiteX1" fmla="*/ 4735470 w 8317659"/>
                <a:gd name="connsiteY1" fmla="*/ 4890070 h 4943846"/>
                <a:gd name="connsiteX2" fmla="*/ 4681161 w 8317659"/>
                <a:gd name="connsiteY2" fmla="*/ 4871596 h 4943846"/>
                <a:gd name="connsiteX3" fmla="*/ 4305341 w 8317659"/>
                <a:gd name="connsiteY3" fmla="*/ 4672728 h 4943846"/>
                <a:gd name="connsiteX4" fmla="*/ 3978400 w 8317659"/>
                <a:gd name="connsiteY4" fmla="*/ 4393444 h 4943846"/>
                <a:gd name="connsiteX5" fmla="*/ 3671009 w 8317659"/>
                <a:gd name="connsiteY5" fmla="*/ 4116333 h 4943846"/>
                <a:gd name="connsiteX6" fmla="*/ 3562391 w 8317659"/>
                <a:gd name="connsiteY6" fmla="*/ 4018529 h 4943846"/>
                <a:gd name="connsiteX7" fmla="*/ 3350585 w 8317659"/>
                <a:gd name="connsiteY7" fmla="*/ 3828355 h 4943846"/>
                <a:gd name="connsiteX8" fmla="*/ 3246311 w 8317659"/>
                <a:gd name="connsiteY8" fmla="*/ 3735985 h 4943846"/>
                <a:gd name="connsiteX9" fmla="*/ 3143124 w 8317659"/>
                <a:gd name="connsiteY9" fmla="*/ 3643615 h 4943846"/>
                <a:gd name="connsiteX10" fmla="*/ 3008437 w 8317659"/>
                <a:gd name="connsiteY10" fmla="*/ 3524077 h 4943846"/>
                <a:gd name="connsiteX11" fmla="*/ 2770563 w 8317659"/>
                <a:gd name="connsiteY11" fmla="*/ 3305649 h 4943846"/>
                <a:gd name="connsiteX12" fmla="*/ 2378450 w 8317659"/>
                <a:gd name="connsiteY12" fmla="*/ 2947035 h 4943846"/>
                <a:gd name="connsiteX13" fmla="*/ 2006975 w 8317659"/>
                <a:gd name="connsiteY13" fmla="*/ 2610155 h 4943846"/>
                <a:gd name="connsiteX14" fmla="*/ 1976562 w 8317659"/>
                <a:gd name="connsiteY14" fmla="*/ 2566687 h 4943846"/>
                <a:gd name="connsiteX15" fmla="*/ 2083008 w 8317659"/>
                <a:gd name="connsiteY15" fmla="*/ 2458016 h 4943846"/>
                <a:gd name="connsiteX16" fmla="*/ 2454483 w 8317659"/>
                <a:gd name="connsiteY16" fmla="*/ 2146131 h 4943846"/>
                <a:gd name="connsiteX17" fmla="*/ 2541378 w 8317659"/>
                <a:gd name="connsiteY17" fmla="*/ 2074408 h 4943846"/>
                <a:gd name="connsiteX18" fmla="*/ 2611980 w 8317659"/>
                <a:gd name="connsiteY18" fmla="*/ 2012465 h 4943846"/>
                <a:gd name="connsiteX19" fmla="*/ 2709736 w 8317659"/>
                <a:gd name="connsiteY19" fmla="*/ 1936396 h 4943846"/>
                <a:gd name="connsiteX20" fmla="*/ 2823786 w 8317659"/>
                <a:gd name="connsiteY20" fmla="*/ 1847286 h 4943846"/>
                <a:gd name="connsiteX21" fmla="*/ 2937835 w 8317659"/>
                <a:gd name="connsiteY21" fmla="*/ 1777736 h 4943846"/>
                <a:gd name="connsiteX22" fmla="*/ 3165934 w 8317659"/>
                <a:gd name="connsiteY22" fmla="*/ 1727748 h 4943846"/>
                <a:gd name="connsiteX23" fmla="*/ 3489617 w 8317659"/>
                <a:gd name="connsiteY23" fmla="*/ 1773390 h 4943846"/>
                <a:gd name="connsiteX24" fmla="*/ 4070725 w 8317659"/>
                <a:gd name="connsiteY24" fmla="*/ 2249368 h 4943846"/>
                <a:gd name="connsiteX25" fmla="*/ 4298824 w 8317659"/>
                <a:gd name="connsiteY25" fmla="*/ 2446062 h 4943846"/>
                <a:gd name="connsiteX26" fmla="*/ 4501940 w 8317659"/>
                <a:gd name="connsiteY26" fmla="*/ 2622109 h 4943846"/>
                <a:gd name="connsiteX27" fmla="*/ 4670299 w 8317659"/>
                <a:gd name="connsiteY27" fmla="*/ 2768815 h 4943846"/>
                <a:gd name="connsiteX28" fmla="*/ 4791952 w 8317659"/>
                <a:gd name="connsiteY28" fmla="*/ 2872052 h 4943846"/>
                <a:gd name="connsiteX29" fmla="*/ 5075446 w 8317659"/>
                <a:gd name="connsiteY29" fmla="*/ 2975289 h 4943846"/>
                <a:gd name="connsiteX30" fmla="*/ 5294855 w 8317659"/>
                <a:gd name="connsiteY30" fmla="*/ 2923127 h 4943846"/>
                <a:gd name="connsiteX31" fmla="*/ 5621796 w 8317659"/>
                <a:gd name="connsiteY31" fmla="*/ 2654710 h 4943846"/>
                <a:gd name="connsiteX32" fmla="*/ 5786896 w 8317659"/>
                <a:gd name="connsiteY32" fmla="*/ 2502571 h 4943846"/>
                <a:gd name="connsiteX33" fmla="*/ 5941135 w 8317659"/>
                <a:gd name="connsiteY33" fmla="*/ 2343912 h 4943846"/>
                <a:gd name="connsiteX34" fmla="*/ 5814051 w 8317659"/>
                <a:gd name="connsiteY34" fmla="*/ 2213507 h 4943846"/>
                <a:gd name="connsiteX35" fmla="*/ 5256839 w 8317659"/>
                <a:gd name="connsiteY35" fmla="*/ 1714707 h 4943846"/>
                <a:gd name="connsiteX36" fmla="*/ 5126496 w 8317659"/>
                <a:gd name="connsiteY36" fmla="*/ 1599516 h 4943846"/>
                <a:gd name="connsiteX37" fmla="*/ 5054808 w 8317659"/>
                <a:gd name="connsiteY37" fmla="*/ 1535400 h 4943846"/>
                <a:gd name="connsiteX38" fmla="*/ 4946190 w 8317659"/>
                <a:gd name="connsiteY38" fmla="*/ 1436510 h 4943846"/>
                <a:gd name="connsiteX39" fmla="*/ 4843002 w 8317659"/>
                <a:gd name="connsiteY39" fmla="*/ 1344140 h 4943846"/>
                <a:gd name="connsiteX40" fmla="*/ 4747418 w 8317659"/>
                <a:gd name="connsiteY40" fmla="*/ 1258290 h 4943846"/>
                <a:gd name="connsiteX41" fmla="*/ 4637714 w 8317659"/>
                <a:gd name="connsiteY41" fmla="*/ 1160486 h 4943846"/>
                <a:gd name="connsiteX42" fmla="*/ 4533440 w 8317659"/>
                <a:gd name="connsiteY42" fmla="*/ 1068116 h 4943846"/>
                <a:gd name="connsiteX43" fmla="*/ 4316203 w 8317659"/>
                <a:gd name="connsiteY43" fmla="*/ 872508 h 4943846"/>
                <a:gd name="connsiteX44" fmla="*/ 4229308 w 8317659"/>
                <a:gd name="connsiteY44" fmla="*/ 795352 h 4943846"/>
                <a:gd name="connsiteX45" fmla="*/ 4052260 w 8317659"/>
                <a:gd name="connsiteY45" fmla="*/ 637779 h 4943846"/>
                <a:gd name="connsiteX46" fmla="*/ 3667751 w 8317659"/>
                <a:gd name="connsiteY46" fmla="*/ 342194 h 4943846"/>
                <a:gd name="connsiteX47" fmla="*/ 3258259 w 8317659"/>
                <a:gd name="connsiteY47" fmla="*/ 234610 h 4943846"/>
                <a:gd name="connsiteX48" fmla="*/ 2947611 w 8317659"/>
                <a:gd name="connsiteY48" fmla="*/ 281339 h 4943846"/>
                <a:gd name="connsiteX49" fmla="*/ 2920456 w 8317659"/>
                <a:gd name="connsiteY49" fmla="*/ 291119 h 4943846"/>
                <a:gd name="connsiteX50" fmla="*/ 2721684 w 8317659"/>
                <a:gd name="connsiteY50" fmla="*/ 382403 h 4943846"/>
                <a:gd name="connsiteX51" fmla="*/ 2401260 w 8317659"/>
                <a:gd name="connsiteY51" fmla="*/ 649733 h 4943846"/>
                <a:gd name="connsiteX52" fmla="*/ 2111249 w 8317659"/>
                <a:gd name="connsiteY52" fmla="*/ 905109 h 4943846"/>
                <a:gd name="connsiteX53" fmla="*/ 1661569 w 8317659"/>
                <a:gd name="connsiteY53" fmla="*/ 1306105 h 4943846"/>
                <a:gd name="connsiteX54" fmla="*/ 1372644 w 8317659"/>
                <a:gd name="connsiteY54" fmla="*/ 1568002 h 4943846"/>
                <a:gd name="connsiteX55" fmla="*/ 1297697 w 8317659"/>
                <a:gd name="connsiteY55" fmla="*/ 1633204 h 4943846"/>
                <a:gd name="connsiteX56" fmla="*/ 1190165 w 8317659"/>
                <a:gd name="connsiteY56" fmla="*/ 1731008 h 4943846"/>
                <a:gd name="connsiteX57" fmla="*/ 1064167 w 8317659"/>
                <a:gd name="connsiteY57" fmla="*/ 1845112 h 4943846"/>
                <a:gd name="connsiteX58" fmla="*/ 954463 w 8317659"/>
                <a:gd name="connsiteY58" fmla="*/ 1942916 h 4943846"/>
                <a:gd name="connsiteX59" fmla="*/ 855620 w 8317659"/>
                <a:gd name="connsiteY59" fmla="*/ 2030939 h 4943846"/>
                <a:gd name="connsiteX60" fmla="*/ 531937 w 8317659"/>
                <a:gd name="connsiteY60" fmla="*/ 2322177 h 4943846"/>
                <a:gd name="connsiteX61" fmla="*/ 438525 w 8317659"/>
                <a:gd name="connsiteY61" fmla="*/ 2408027 h 4943846"/>
                <a:gd name="connsiteX62" fmla="*/ 349458 w 8317659"/>
                <a:gd name="connsiteY62" fmla="*/ 2486270 h 4943846"/>
                <a:gd name="connsiteX63" fmla="*/ 176755 w 8317659"/>
                <a:gd name="connsiteY63" fmla="*/ 2486270 h 4943846"/>
                <a:gd name="connsiteX64" fmla="*/ -3552 w 8317659"/>
                <a:gd name="connsiteY64" fmla="*/ 2479750 h 4943846"/>
                <a:gd name="connsiteX65" fmla="*/ 46413 w 8317659"/>
                <a:gd name="connsiteY65" fmla="*/ 2422155 h 4943846"/>
                <a:gd name="connsiteX66" fmla="*/ 233236 w 8317659"/>
                <a:gd name="connsiteY66" fmla="*/ 2253715 h 4943846"/>
                <a:gd name="connsiteX67" fmla="*/ 552574 w 8317659"/>
                <a:gd name="connsiteY67" fmla="*/ 1964650 h 4943846"/>
                <a:gd name="connsiteX68" fmla="*/ 666624 w 8317659"/>
                <a:gd name="connsiteY68" fmla="*/ 1861413 h 4943846"/>
                <a:gd name="connsiteX69" fmla="*/ 781759 w 8317659"/>
                <a:gd name="connsiteY69" fmla="*/ 1758176 h 4943846"/>
                <a:gd name="connsiteX70" fmla="*/ 1009858 w 8317659"/>
                <a:gd name="connsiteY70" fmla="*/ 1551701 h 4943846"/>
                <a:gd name="connsiteX71" fmla="*/ 1119563 w 8317659"/>
                <a:gd name="connsiteY71" fmla="*/ 1453897 h 4943846"/>
                <a:gd name="connsiteX72" fmla="*/ 1242301 w 8317659"/>
                <a:gd name="connsiteY72" fmla="*/ 1344140 h 4943846"/>
                <a:gd name="connsiteX73" fmla="*/ 1330282 w 8317659"/>
                <a:gd name="connsiteY73" fmla="*/ 1263723 h 4943846"/>
                <a:gd name="connsiteX74" fmla="*/ 1444332 w 8317659"/>
                <a:gd name="connsiteY74" fmla="*/ 1161573 h 4943846"/>
                <a:gd name="connsiteX75" fmla="*/ 1645276 w 8317659"/>
                <a:gd name="connsiteY75" fmla="*/ 981179 h 4943846"/>
                <a:gd name="connsiteX76" fmla="*/ 2518568 w 8317659"/>
                <a:gd name="connsiteY76" fmla="*/ 217223 h 4943846"/>
                <a:gd name="connsiteX77" fmla="*/ 3196347 w 8317659"/>
                <a:gd name="connsiteY77" fmla="*/ -2292 h 4943846"/>
                <a:gd name="connsiteX78" fmla="*/ 3654717 w 8317659"/>
                <a:gd name="connsiteY78" fmla="*/ 72691 h 4943846"/>
                <a:gd name="connsiteX79" fmla="*/ 3879557 w 8317659"/>
                <a:gd name="connsiteY79" fmla="*/ 184622 h 4943846"/>
                <a:gd name="connsiteX80" fmla="*/ 4317289 w 8317659"/>
                <a:gd name="connsiteY80" fmla="*/ 550842 h 4943846"/>
                <a:gd name="connsiteX81" fmla="*/ 4702885 w 8317659"/>
                <a:gd name="connsiteY81" fmla="*/ 899676 h 4943846"/>
                <a:gd name="connsiteX82" fmla="*/ 4811503 w 8317659"/>
                <a:gd name="connsiteY82" fmla="*/ 997480 h 4943846"/>
                <a:gd name="connsiteX83" fmla="*/ 4902742 w 8317659"/>
                <a:gd name="connsiteY83" fmla="*/ 1078983 h 4943846"/>
                <a:gd name="connsiteX84" fmla="*/ 5007016 w 8317659"/>
                <a:gd name="connsiteY84" fmla="*/ 1171353 h 4943846"/>
                <a:gd name="connsiteX85" fmla="*/ 5122152 w 8317659"/>
                <a:gd name="connsiteY85" fmla="*/ 1274590 h 4943846"/>
                <a:gd name="connsiteX86" fmla="*/ 5240546 w 8317659"/>
                <a:gd name="connsiteY86" fmla="*/ 1378914 h 4943846"/>
                <a:gd name="connsiteX87" fmla="*/ 6291972 w 8317659"/>
                <a:gd name="connsiteY87" fmla="*/ 2298270 h 4943846"/>
                <a:gd name="connsiteX88" fmla="*/ 6314782 w 8317659"/>
                <a:gd name="connsiteY88" fmla="*/ 2338478 h 4943846"/>
                <a:gd name="connsiteX89" fmla="*/ 5594642 w 8317659"/>
                <a:gd name="connsiteY89" fmla="*/ 2975289 h 4943846"/>
                <a:gd name="connsiteX90" fmla="*/ 5515350 w 8317659"/>
                <a:gd name="connsiteY90" fmla="*/ 3042665 h 4943846"/>
                <a:gd name="connsiteX91" fmla="*/ 5190581 w 8317659"/>
                <a:gd name="connsiteY91" fmla="*/ 3171983 h 4943846"/>
                <a:gd name="connsiteX92" fmla="*/ 4963569 w 8317659"/>
                <a:gd name="connsiteY92" fmla="*/ 3173070 h 4943846"/>
                <a:gd name="connsiteX93" fmla="*/ 4321634 w 8317659"/>
                <a:gd name="connsiteY93" fmla="*/ 2747080 h 4943846"/>
                <a:gd name="connsiteX94" fmla="*/ 4044657 w 8317659"/>
                <a:gd name="connsiteY94" fmla="*/ 2502571 h 4943846"/>
                <a:gd name="connsiteX95" fmla="*/ 3763335 w 8317659"/>
                <a:gd name="connsiteY95" fmla="*/ 2258062 h 4943846"/>
                <a:gd name="connsiteX96" fmla="*/ 3301707 w 8317659"/>
                <a:gd name="connsiteY96" fmla="*/ 1946176 h 4943846"/>
                <a:gd name="connsiteX97" fmla="*/ 2886784 w 8317659"/>
                <a:gd name="connsiteY97" fmla="*/ 2076581 h 4943846"/>
                <a:gd name="connsiteX98" fmla="*/ 2807493 w 8317659"/>
                <a:gd name="connsiteY98" fmla="*/ 2143957 h 4943846"/>
                <a:gd name="connsiteX99" fmla="*/ 2724943 w 8317659"/>
                <a:gd name="connsiteY99" fmla="*/ 2213507 h 4943846"/>
                <a:gd name="connsiteX100" fmla="*/ 2648910 w 8317659"/>
                <a:gd name="connsiteY100" fmla="*/ 2279796 h 4943846"/>
                <a:gd name="connsiteX101" fmla="*/ 2541378 w 8317659"/>
                <a:gd name="connsiteY101" fmla="*/ 2372166 h 4943846"/>
                <a:gd name="connsiteX102" fmla="*/ 2342606 w 8317659"/>
                <a:gd name="connsiteY102" fmla="*/ 2540606 h 4943846"/>
                <a:gd name="connsiteX103" fmla="*/ 2981282 w 8317659"/>
                <a:gd name="connsiteY103" fmla="*/ 3198064 h 4943846"/>
                <a:gd name="connsiteX104" fmla="*/ 3306052 w 8317659"/>
                <a:gd name="connsiteY104" fmla="*/ 3491476 h 4943846"/>
                <a:gd name="connsiteX105" fmla="*/ 3383171 w 8317659"/>
                <a:gd name="connsiteY105" fmla="*/ 3556678 h 4943846"/>
                <a:gd name="connsiteX106" fmla="*/ 3470065 w 8317659"/>
                <a:gd name="connsiteY106" fmla="*/ 3632748 h 4943846"/>
                <a:gd name="connsiteX107" fmla="*/ 3567822 w 8317659"/>
                <a:gd name="connsiteY107" fmla="*/ 3719685 h 4943846"/>
                <a:gd name="connsiteX108" fmla="*/ 3827420 w 8317659"/>
                <a:gd name="connsiteY108" fmla="*/ 3947893 h 4943846"/>
                <a:gd name="connsiteX109" fmla="*/ 3915401 w 8317659"/>
                <a:gd name="connsiteY109" fmla="*/ 4023963 h 4943846"/>
                <a:gd name="connsiteX110" fmla="*/ 4072898 w 8317659"/>
                <a:gd name="connsiteY110" fmla="*/ 4159802 h 4943846"/>
                <a:gd name="connsiteX111" fmla="*/ 4203240 w 8317659"/>
                <a:gd name="connsiteY111" fmla="*/ 4273906 h 4943846"/>
                <a:gd name="connsiteX112" fmla="*/ 4295565 w 8317659"/>
                <a:gd name="connsiteY112" fmla="*/ 4356496 h 4943846"/>
                <a:gd name="connsiteX113" fmla="*/ 4617076 w 8317659"/>
                <a:gd name="connsiteY113" fmla="*/ 4603179 h 4943846"/>
                <a:gd name="connsiteX114" fmla="*/ 4862554 w 8317659"/>
                <a:gd name="connsiteY114" fmla="*/ 4696636 h 4943846"/>
                <a:gd name="connsiteX115" fmla="*/ 5289424 w 8317659"/>
                <a:gd name="connsiteY115" fmla="*/ 4697722 h 4943846"/>
                <a:gd name="connsiteX116" fmla="*/ 5664158 w 8317659"/>
                <a:gd name="connsiteY116" fmla="*/ 4521676 h 4943846"/>
                <a:gd name="connsiteX117" fmla="*/ 5908549 w 8317659"/>
                <a:gd name="connsiteY117" fmla="*/ 4307594 h 4943846"/>
                <a:gd name="connsiteX118" fmla="*/ 6190957 w 8317659"/>
                <a:gd name="connsiteY118" fmla="*/ 4057651 h 4943846"/>
                <a:gd name="connsiteX119" fmla="*/ 6314782 w 8317659"/>
                <a:gd name="connsiteY119" fmla="*/ 3947893 h 4943846"/>
                <a:gd name="connsiteX120" fmla="*/ 6396246 w 8317659"/>
                <a:gd name="connsiteY120" fmla="*/ 3876171 h 4943846"/>
                <a:gd name="connsiteX121" fmla="*/ 6494002 w 8317659"/>
                <a:gd name="connsiteY121" fmla="*/ 3789234 h 4943846"/>
                <a:gd name="connsiteX122" fmla="*/ 6609138 w 8317659"/>
                <a:gd name="connsiteY122" fmla="*/ 3687083 h 4943846"/>
                <a:gd name="connsiteX123" fmla="*/ 6717756 w 8317659"/>
                <a:gd name="connsiteY123" fmla="*/ 3589280 h 4943846"/>
                <a:gd name="connsiteX124" fmla="*/ 6814427 w 8317659"/>
                <a:gd name="connsiteY124" fmla="*/ 3502343 h 4943846"/>
                <a:gd name="connsiteX125" fmla="*/ 6880684 w 8317659"/>
                <a:gd name="connsiteY125" fmla="*/ 3443661 h 4943846"/>
                <a:gd name="connsiteX126" fmla="*/ 7026233 w 8317659"/>
                <a:gd name="connsiteY126" fmla="*/ 3313256 h 4943846"/>
                <a:gd name="connsiteX127" fmla="*/ 7353174 w 8317659"/>
                <a:gd name="connsiteY127" fmla="*/ 3017671 h 4943846"/>
                <a:gd name="connsiteX128" fmla="*/ 7889749 w 8317659"/>
                <a:gd name="connsiteY128" fmla="*/ 2532999 h 4943846"/>
                <a:gd name="connsiteX129" fmla="*/ 7963610 w 8317659"/>
                <a:gd name="connsiteY129" fmla="*/ 2464536 h 4943846"/>
                <a:gd name="connsiteX130" fmla="*/ 8141744 w 8317659"/>
                <a:gd name="connsiteY130" fmla="*/ 2464536 h 4943846"/>
                <a:gd name="connsiteX131" fmla="*/ 8313361 w 8317659"/>
                <a:gd name="connsiteY131" fmla="*/ 2479750 h 4943846"/>
                <a:gd name="connsiteX132" fmla="*/ 8159123 w 8317659"/>
                <a:gd name="connsiteY132" fmla="*/ 2629716 h 4943846"/>
                <a:gd name="connsiteX133" fmla="*/ 7771355 w 8317659"/>
                <a:gd name="connsiteY133" fmla="*/ 2979636 h 4943846"/>
                <a:gd name="connsiteX134" fmla="*/ 7446586 w 8317659"/>
                <a:gd name="connsiteY134" fmla="*/ 3273047 h 4943846"/>
                <a:gd name="connsiteX135" fmla="*/ 7348829 w 8317659"/>
                <a:gd name="connsiteY135" fmla="*/ 3361071 h 4943846"/>
                <a:gd name="connsiteX136" fmla="*/ 7126162 w 8317659"/>
                <a:gd name="connsiteY136" fmla="*/ 3562112 h 4943846"/>
                <a:gd name="connsiteX137" fmla="*/ 7017543 w 8317659"/>
                <a:gd name="connsiteY137" fmla="*/ 3659916 h 4943846"/>
                <a:gd name="connsiteX138" fmla="*/ 6891546 w 8317659"/>
                <a:gd name="connsiteY138" fmla="*/ 3774020 h 4943846"/>
                <a:gd name="connsiteX139" fmla="*/ 6756859 w 8317659"/>
                <a:gd name="connsiteY139" fmla="*/ 3893558 h 4943846"/>
                <a:gd name="connsiteX140" fmla="*/ 6673223 w 8317659"/>
                <a:gd name="connsiteY140" fmla="*/ 3969628 h 4943846"/>
                <a:gd name="connsiteX141" fmla="*/ 6559173 w 8317659"/>
                <a:gd name="connsiteY141" fmla="*/ 4072865 h 4943846"/>
                <a:gd name="connsiteX142" fmla="*/ 6344109 w 8317659"/>
                <a:gd name="connsiteY142" fmla="*/ 4267386 h 4943846"/>
                <a:gd name="connsiteX143" fmla="*/ 6114924 w 8317659"/>
                <a:gd name="connsiteY143" fmla="*/ 4468427 h 4943846"/>
                <a:gd name="connsiteX144" fmla="*/ 6017167 w 8317659"/>
                <a:gd name="connsiteY144" fmla="*/ 4551017 h 4943846"/>
                <a:gd name="connsiteX145" fmla="*/ 5767345 w 8317659"/>
                <a:gd name="connsiteY145" fmla="*/ 4753144 h 4943846"/>
                <a:gd name="connsiteX146" fmla="*/ 5376319 w 8317659"/>
                <a:gd name="connsiteY146" fmla="*/ 4920498 h 4943846"/>
                <a:gd name="connsiteX147" fmla="*/ 4849519 w 8317659"/>
                <a:gd name="connsiteY147" fmla="*/ 4919411 h 4943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</a:cxnLst>
              <a:rect l="l" t="t" r="r" b="b"/>
              <a:pathLst>
                <a:path w="8317659" h="4943846">
                  <a:moveTo>
                    <a:pt x="4849519" y="4919411"/>
                  </a:moveTo>
                  <a:cubicBezTo>
                    <a:pt x="4796296" y="4908544"/>
                    <a:pt x="4744160" y="4895503"/>
                    <a:pt x="4735470" y="4890070"/>
                  </a:cubicBezTo>
                  <a:cubicBezTo>
                    <a:pt x="4725694" y="4884636"/>
                    <a:pt x="4701798" y="4875943"/>
                    <a:pt x="4681161" y="4871596"/>
                  </a:cubicBezTo>
                  <a:cubicBezTo>
                    <a:pt x="4614904" y="4858555"/>
                    <a:pt x="4407442" y="4748798"/>
                    <a:pt x="4305341" y="4672728"/>
                  </a:cubicBezTo>
                  <a:cubicBezTo>
                    <a:pt x="4251032" y="4632520"/>
                    <a:pt x="4103311" y="4507548"/>
                    <a:pt x="3978400" y="4393444"/>
                  </a:cubicBezTo>
                  <a:cubicBezTo>
                    <a:pt x="3853488" y="4280426"/>
                    <a:pt x="3715543" y="4155455"/>
                    <a:pt x="3671009" y="4116333"/>
                  </a:cubicBezTo>
                  <a:cubicBezTo>
                    <a:pt x="3627562" y="4077212"/>
                    <a:pt x="3577598" y="4033743"/>
                    <a:pt x="3562391" y="4018529"/>
                  </a:cubicBezTo>
                  <a:cubicBezTo>
                    <a:pt x="3502651" y="3962021"/>
                    <a:pt x="3411411" y="3880517"/>
                    <a:pt x="3350585" y="3828355"/>
                  </a:cubicBezTo>
                  <a:cubicBezTo>
                    <a:pt x="3314741" y="3799014"/>
                    <a:pt x="3268035" y="3756633"/>
                    <a:pt x="3246311" y="3735985"/>
                  </a:cubicBezTo>
                  <a:cubicBezTo>
                    <a:pt x="3224588" y="3715338"/>
                    <a:pt x="3177882" y="3674043"/>
                    <a:pt x="3143124" y="3643615"/>
                  </a:cubicBezTo>
                  <a:cubicBezTo>
                    <a:pt x="3108366" y="3614274"/>
                    <a:pt x="3047540" y="3559938"/>
                    <a:pt x="3008437" y="3524077"/>
                  </a:cubicBezTo>
                  <a:cubicBezTo>
                    <a:pt x="2933490" y="3454528"/>
                    <a:pt x="2868319" y="3394759"/>
                    <a:pt x="2770563" y="3305649"/>
                  </a:cubicBezTo>
                  <a:cubicBezTo>
                    <a:pt x="2615238" y="3164377"/>
                    <a:pt x="2432759" y="2998110"/>
                    <a:pt x="2378450" y="2947035"/>
                  </a:cubicBezTo>
                  <a:cubicBezTo>
                    <a:pt x="2226384" y="2805763"/>
                    <a:pt x="2033044" y="2630803"/>
                    <a:pt x="2006975" y="2610155"/>
                  </a:cubicBezTo>
                  <a:cubicBezTo>
                    <a:pt x="1989596" y="2597115"/>
                    <a:pt x="1976562" y="2577554"/>
                    <a:pt x="1976562" y="2566687"/>
                  </a:cubicBezTo>
                  <a:cubicBezTo>
                    <a:pt x="1976562" y="2553646"/>
                    <a:pt x="2018923" y="2511265"/>
                    <a:pt x="2083008" y="2458016"/>
                  </a:cubicBezTo>
                  <a:cubicBezTo>
                    <a:pt x="2279607" y="2292836"/>
                    <a:pt x="2427329" y="2170038"/>
                    <a:pt x="2454483" y="2146131"/>
                  </a:cubicBezTo>
                  <a:cubicBezTo>
                    <a:pt x="2469690" y="2133090"/>
                    <a:pt x="2508792" y="2100489"/>
                    <a:pt x="2541378" y="2074408"/>
                  </a:cubicBezTo>
                  <a:cubicBezTo>
                    <a:pt x="2573963" y="2047240"/>
                    <a:pt x="2606549" y="2020072"/>
                    <a:pt x="2611980" y="2012465"/>
                  </a:cubicBezTo>
                  <a:cubicBezTo>
                    <a:pt x="2618497" y="2005945"/>
                    <a:pt x="2661944" y="1971171"/>
                    <a:pt x="2709736" y="1936396"/>
                  </a:cubicBezTo>
                  <a:cubicBezTo>
                    <a:pt x="2757529" y="1900534"/>
                    <a:pt x="2808579" y="1861413"/>
                    <a:pt x="2823786" y="1847286"/>
                  </a:cubicBezTo>
                  <a:cubicBezTo>
                    <a:pt x="2838992" y="1834245"/>
                    <a:pt x="2890043" y="1802731"/>
                    <a:pt x="2937835" y="1777736"/>
                  </a:cubicBezTo>
                  <a:cubicBezTo>
                    <a:pt x="3024730" y="1732095"/>
                    <a:pt x="3024730" y="1732095"/>
                    <a:pt x="3165934" y="1727748"/>
                  </a:cubicBezTo>
                  <a:cubicBezTo>
                    <a:pt x="3325603" y="1722314"/>
                    <a:pt x="3405980" y="1734268"/>
                    <a:pt x="3489617" y="1773390"/>
                  </a:cubicBezTo>
                  <a:cubicBezTo>
                    <a:pt x="3540667" y="1798384"/>
                    <a:pt x="3709026" y="1935309"/>
                    <a:pt x="4070725" y="2249368"/>
                  </a:cubicBezTo>
                  <a:cubicBezTo>
                    <a:pt x="4127207" y="2297183"/>
                    <a:pt x="4229308" y="2386293"/>
                    <a:pt x="4298824" y="2446062"/>
                  </a:cubicBezTo>
                  <a:cubicBezTo>
                    <a:pt x="4369426" y="2505831"/>
                    <a:pt x="4460665" y="2585161"/>
                    <a:pt x="4501940" y="2622109"/>
                  </a:cubicBezTo>
                  <a:cubicBezTo>
                    <a:pt x="4544302" y="2659057"/>
                    <a:pt x="4619248" y="2725346"/>
                    <a:pt x="4670299" y="2768815"/>
                  </a:cubicBezTo>
                  <a:cubicBezTo>
                    <a:pt x="4721350" y="2811196"/>
                    <a:pt x="4775659" y="2859011"/>
                    <a:pt x="4791952" y="2872052"/>
                  </a:cubicBezTo>
                  <a:cubicBezTo>
                    <a:pt x="4854950" y="2928561"/>
                    <a:pt x="4985292" y="2975289"/>
                    <a:pt x="5075446" y="2975289"/>
                  </a:cubicBezTo>
                  <a:cubicBezTo>
                    <a:pt x="5137358" y="2975289"/>
                    <a:pt x="5247063" y="2949208"/>
                    <a:pt x="5294855" y="2923127"/>
                  </a:cubicBezTo>
                  <a:cubicBezTo>
                    <a:pt x="5349164" y="2892699"/>
                    <a:pt x="5479506" y="2786202"/>
                    <a:pt x="5621796" y="2654710"/>
                  </a:cubicBezTo>
                  <a:cubicBezTo>
                    <a:pt x="5628314" y="2649277"/>
                    <a:pt x="5702174" y="2580814"/>
                    <a:pt x="5786896" y="2502571"/>
                  </a:cubicBezTo>
                  <a:cubicBezTo>
                    <a:pt x="5871619" y="2425415"/>
                    <a:pt x="5941135" y="2353692"/>
                    <a:pt x="5941135" y="2343912"/>
                  </a:cubicBezTo>
                  <a:cubicBezTo>
                    <a:pt x="5941135" y="2334131"/>
                    <a:pt x="5883567" y="2275449"/>
                    <a:pt x="5814051" y="2213507"/>
                  </a:cubicBezTo>
                  <a:cubicBezTo>
                    <a:pt x="5680450" y="2096142"/>
                    <a:pt x="5416508" y="1859240"/>
                    <a:pt x="5256839" y="1714707"/>
                  </a:cubicBezTo>
                  <a:cubicBezTo>
                    <a:pt x="5205788" y="1667979"/>
                    <a:pt x="5147134" y="1616904"/>
                    <a:pt x="5126496" y="1599516"/>
                  </a:cubicBezTo>
                  <a:cubicBezTo>
                    <a:pt x="5105859" y="1582129"/>
                    <a:pt x="5073273" y="1553874"/>
                    <a:pt x="5054808" y="1535400"/>
                  </a:cubicBezTo>
                  <a:cubicBezTo>
                    <a:pt x="5036343" y="1518013"/>
                    <a:pt x="4987465" y="1472371"/>
                    <a:pt x="4946190" y="1436510"/>
                  </a:cubicBezTo>
                  <a:cubicBezTo>
                    <a:pt x="4904915" y="1399562"/>
                    <a:pt x="4858209" y="1358267"/>
                    <a:pt x="4843002" y="1344140"/>
                  </a:cubicBezTo>
                  <a:cubicBezTo>
                    <a:pt x="4827796" y="1330013"/>
                    <a:pt x="4784348" y="1290891"/>
                    <a:pt x="4747418" y="1258290"/>
                  </a:cubicBezTo>
                  <a:cubicBezTo>
                    <a:pt x="4709402" y="1225689"/>
                    <a:pt x="4660523" y="1181133"/>
                    <a:pt x="4637714" y="1160486"/>
                  </a:cubicBezTo>
                  <a:cubicBezTo>
                    <a:pt x="4614904" y="1139839"/>
                    <a:pt x="4568198" y="1098544"/>
                    <a:pt x="4533440" y="1068116"/>
                  </a:cubicBezTo>
                  <a:cubicBezTo>
                    <a:pt x="4482389" y="1023561"/>
                    <a:pt x="4386805" y="937711"/>
                    <a:pt x="4316203" y="872508"/>
                  </a:cubicBezTo>
                  <a:cubicBezTo>
                    <a:pt x="4309686" y="867075"/>
                    <a:pt x="4270583" y="832300"/>
                    <a:pt x="4229308" y="795352"/>
                  </a:cubicBezTo>
                  <a:cubicBezTo>
                    <a:pt x="4188033" y="758404"/>
                    <a:pt x="4108742" y="687768"/>
                    <a:pt x="4052260" y="637779"/>
                  </a:cubicBezTo>
                  <a:cubicBezTo>
                    <a:pt x="3900194" y="500854"/>
                    <a:pt x="3738353" y="375882"/>
                    <a:pt x="3667751" y="342194"/>
                  </a:cubicBezTo>
                  <a:cubicBezTo>
                    <a:pt x="3539581" y="280252"/>
                    <a:pt x="3365792" y="234610"/>
                    <a:pt x="3258259" y="234610"/>
                  </a:cubicBezTo>
                  <a:cubicBezTo>
                    <a:pt x="3165934" y="235697"/>
                    <a:pt x="2957386" y="267212"/>
                    <a:pt x="2947611" y="281339"/>
                  </a:cubicBezTo>
                  <a:cubicBezTo>
                    <a:pt x="2944352" y="286772"/>
                    <a:pt x="2932404" y="291119"/>
                    <a:pt x="2920456" y="291119"/>
                  </a:cubicBezTo>
                  <a:cubicBezTo>
                    <a:pt x="2887871" y="291119"/>
                    <a:pt x="2794459" y="333501"/>
                    <a:pt x="2721684" y="382403"/>
                  </a:cubicBezTo>
                  <a:cubicBezTo>
                    <a:pt x="2647824" y="430218"/>
                    <a:pt x="2657600" y="423698"/>
                    <a:pt x="2401260" y="649733"/>
                  </a:cubicBezTo>
                  <a:cubicBezTo>
                    <a:pt x="2295900" y="743190"/>
                    <a:pt x="2165558" y="857294"/>
                    <a:pt x="2111249" y="905109"/>
                  </a:cubicBezTo>
                  <a:cubicBezTo>
                    <a:pt x="1844048" y="1140925"/>
                    <a:pt x="1706102" y="1263723"/>
                    <a:pt x="1661569" y="1306105"/>
                  </a:cubicBezTo>
                  <a:cubicBezTo>
                    <a:pt x="1621380" y="1344140"/>
                    <a:pt x="1420436" y="1526707"/>
                    <a:pt x="1372644" y="1568002"/>
                  </a:cubicBezTo>
                  <a:cubicBezTo>
                    <a:pt x="1366126" y="1574522"/>
                    <a:pt x="1332455" y="1603863"/>
                    <a:pt x="1297697" y="1633204"/>
                  </a:cubicBezTo>
                  <a:cubicBezTo>
                    <a:pt x="1264025" y="1663632"/>
                    <a:pt x="1215147" y="1707100"/>
                    <a:pt x="1190165" y="1731008"/>
                  </a:cubicBezTo>
                  <a:cubicBezTo>
                    <a:pt x="1165182" y="1754916"/>
                    <a:pt x="1108701" y="1805991"/>
                    <a:pt x="1064167" y="1845112"/>
                  </a:cubicBezTo>
                  <a:cubicBezTo>
                    <a:pt x="1020720" y="1884234"/>
                    <a:pt x="971842" y="1927702"/>
                    <a:pt x="954463" y="1942916"/>
                  </a:cubicBezTo>
                  <a:cubicBezTo>
                    <a:pt x="938170" y="1958130"/>
                    <a:pt x="893636" y="1997252"/>
                    <a:pt x="855620" y="2030939"/>
                  </a:cubicBezTo>
                  <a:cubicBezTo>
                    <a:pt x="750260" y="2125483"/>
                    <a:pt x="538454" y="2315657"/>
                    <a:pt x="531937" y="2322177"/>
                  </a:cubicBezTo>
                  <a:cubicBezTo>
                    <a:pt x="528678" y="2325438"/>
                    <a:pt x="486317" y="2364559"/>
                    <a:pt x="438525" y="2408027"/>
                  </a:cubicBezTo>
                  <a:lnTo>
                    <a:pt x="349458" y="2486270"/>
                  </a:lnTo>
                  <a:lnTo>
                    <a:pt x="176755" y="2486270"/>
                  </a:lnTo>
                  <a:cubicBezTo>
                    <a:pt x="81171" y="2486270"/>
                    <a:pt x="-293" y="2483010"/>
                    <a:pt x="-3552" y="2479750"/>
                  </a:cubicBezTo>
                  <a:cubicBezTo>
                    <a:pt x="-6810" y="2475403"/>
                    <a:pt x="14913" y="2450409"/>
                    <a:pt x="46413" y="2422155"/>
                  </a:cubicBezTo>
                  <a:cubicBezTo>
                    <a:pt x="76826" y="2394987"/>
                    <a:pt x="161548" y="2318917"/>
                    <a:pt x="233236" y="2253715"/>
                  </a:cubicBezTo>
                  <a:cubicBezTo>
                    <a:pt x="379871" y="2120050"/>
                    <a:pt x="438525" y="2066801"/>
                    <a:pt x="552574" y="1964650"/>
                  </a:cubicBezTo>
                  <a:cubicBezTo>
                    <a:pt x="596022" y="1925529"/>
                    <a:pt x="647073" y="1879887"/>
                    <a:pt x="666624" y="1861413"/>
                  </a:cubicBezTo>
                  <a:cubicBezTo>
                    <a:pt x="685089" y="1844026"/>
                    <a:pt x="737226" y="1797297"/>
                    <a:pt x="781759" y="1758176"/>
                  </a:cubicBezTo>
                  <a:cubicBezTo>
                    <a:pt x="858878" y="1690800"/>
                    <a:pt x="919705" y="1636464"/>
                    <a:pt x="1009858" y="1551701"/>
                  </a:cubicBezTo>
                  <a:cubicBezTo>
                    <a:pt x="1032668" y="1531054"/>
                    <a:pt x="1081546" y="1486499"/>
                    <a:pt x="1119563" y="1453897"/>
                  </a:cubicBezTo>
                  <a:cubicBezTo>
                    <a:pt x="1157579" y="1421296"/>
                    <a:pt x="1212975" y="1371307"/>
                    <a:pt x="1242301" y="1344140"/>
                  </a:cubicBezTo>
                  <a:cubicBezTo>
                    <a:pt x="1272715" y="1315885"/>
                    <a:pt x="1312903" y="1280024"/>
                    <a:pt x="1330282" y="1263723"/>
                  </a:cubicBezTo>
                  <a:cubicBezTo>
                    <a:pt x="1348748" y="1247423"/>
                    <a:pt x="1399798" y="1201781"/>
                    <a:pt x="1444332" y="1161573"/>
                  </a:cubicBezTo>
                  <a:cubicBezTo>
                    <a:pt x="1488865" y="1122451"/>
                    <a:pt x="1579019" y="1040948"/>
                    <a:pt x="1645276" y="981179"/>
                  </a:cubicBezTo>
                  <a:cubicBezTo>
                    <a:pt x="2073232" y="591051"/>
                    <a:pt x="2317624" y="376969"/>
                    <a:pt x="2518568" y="217223"/>
                  </a:cubicBezTo>
                  <a:cubicBezTo>
                    <a:pt x="2724943" y="53130"/>
                    <a:pt x="2896560" y="-2292"/>
                    <a:pt x="3196347" y="-2292"/>
                  </a:cubicBezTo>
                  <a:cubicBezTo>
                    <a:pt x="3376654" y="-1205"/>
                    <a:pt x="3404894" y="3141"/>
                    <a:pt x="3654717" y="72691"/>
                  </a:cubicBezTo>
                  <a:cubicBezTo>
                    <a:pt x="3706854" y="86818"/>
                    <a:pt x="3805696" y="136807"/>
                    <a:pt x="3879557" y="184622"/>
                  </a:cubicBezTo>
                  <a:cubicBezTo>
                    <a:pt x="3966452" y="242217"/>
                    <a:pt x="4172827" y="415004"/>
                    <a:pt x="4317289" y="550842"/>
                  </a:cubicBezTo>
                  <a:cubicBezTo>
                    <a:pt x="4366167" y="597571"/>
                    <a:pt x="4582318" y="792092"/>
                    <a:pt x="4702885" y="899676"/>
                  </a:cubicBezTo>
                  <a:cubicBezTo>
                    <a:pt x="4746332" y="938797"/>
                    <a:pt x="4796296" y="982266"/>
                    <a:pt x="4811503" y="997480"/>
                  </a:cubicBezTo>
                  <a:cubicBezTo>
                    <a:pt x="4827796" y="1012694"/>
                    <a:pt x="4869071" y="1049642"/>
                    <a:pt x="4902742" y="1078983"/>
                  </a:cubicBezTo>
                  <a:cubicBezTo>
                    <a:pt x="4937500" y="1109411"/>
                    <a:pt x="4984206" y="1150706"/>
                    <a:pt x="5007016" y="1171353"/>
                  </a:cubicBezTo>
                  <a:cubicBezTo>
                    <a:pt x="5029826" y="1192001"/>
                    <a:pt x="5081963" y="1238729"/>
                    <a:pt x="5122152" y="1274590"/>
                  </a:cubicBezTo>
                  <a:cubicBezTo>
                    <a:pt x="5163427" y="1310452"/>
                    <a:pt x="5215564" y="1357180"/>
                    <a:pt x="5240546" y="1378914"/>
                  </a:cubicBezTo>
                  <a:cubicBezTo>
                    <a:pt x="5286165" y="1421296"/>
                    <a:pt x="6243094" y="2256975"/>
                    <a:pt x="6291972" y="2298270"/>
                  </a:cubicBezTo>
                  <a:cubicBezTo>
                    <a:pt x="6309351" y="2312397"/>
                    <a:pt x="6318040" y="2329784"/>
                    <a:pt x="6314782" y="2338478"/>
                  </a:cubicBezTo>
                  <a:cubicBezTo>
                    <a:pt x="6309351" y="2353692"/>
                    <a:pt x="5745621" y="2851404"/>
                    <a:pt x="5594642" y="2975289"/>
                  </a:cubicBezTo>
                  <a:cubicBezTo>
                    <a:pt x="5562056" y="3002457"/>
                    <a:pt x="5526212" y="3032885"/>
                    <a:pt x="5515350" y="3042665"/>
                  </a:cubicBezTo>
                  <a:cubicBezTo>
                    <a:pt x="5446921" y="3108954"/>
                    <a:pt x="5328527" y="3156770"/>
                    <a:pt x="5190581" y="3171983"/>
                  </a:cubicBezTo>
                  <a:cubicBezTo>
                    <a:pt x="5062412" y="3186111"/>
                    <a:pt x="5049377" y="3186111"/>
                    <a:pt x="4963569" y="3173070"/>
                  </a:cubicBezTo>
                  <a:cubicBezTo>
                    <a:pt x="4784348" y="3143729"/>
                    <a:pt x="4689850" y="3081787"/>
                    <a:pt x="4321634" y="2747080"/>
                  </a:cubicBezTo>
                  <a:cubicBezTo>
                    <a:pt x="4252118" y="2684051"/>
                    <a:pt x="4128293" y="2574294"/>
                    <a:pt x="4044657" y="2502571"/>
                  </a:cubicBezTo>
                  <a:cubicBezTo>
                    <a:pt x="3962107" y="2430848"/>
                    <a:pt x="3835023" y="2321091"/>
                    <a:pt x="3763335" y="2258062"/>
                  </a:cubicBezTo>
                  <a:cubicBezTo>
                    <a:pt x="3516771" y="2041807"/>
                    <a:pt x="3415756" y="1973344"/>
                    <a:pt x="3301707" y="1946176"/>
                  </a:cubicBezTo>
                  <a:cubicBezTo>
                    <a:pt x="3168106" y="1913575"/>
                    <a:pt x="2995403" y="1967910"/>
                    <a:pt x="2886784" y="2076581"/>
                  </a:cubicBezTo>
                  <a:cubicBezTo>
                    <a:pt x="2878095" y="2085275"/>
                    <a:pt x="2842251" y="2115703"/>
                    <a:pt x="2807493" y="2143957"/>
                  </a:cubicBezTo>
                  <a:cubicBezTo>
                    <a:pt x="2771649" y="2173298"/>
                    <a:pt x="2734719" y="2203726"/>
                    <a:pt x="2724943" y="2213507"/>
                  </a:cubicBezTo>
                  <a:cubicBezTo>
                    <a:pt x="2715167" y="2223287"/>
                    <a:pt x="2681496" y="2252628"/>
                    <a:pt x="2648910" y="2279796"/>
                  </a:cubicBezTo>
                  <a:cubicBezTo>
                    <a:pt x="2617411" y="2306964"/>
                    <a:pt x="2568532" y="2348258"/>
                    <a:pt x="2541378" y="2372166"/>
                  </a:cubicBezTo>
                  <a:cubicBezTo>
                    <a:pt x="2418639" y="2478663"/>
                    <a:pt x="2370847" y="2518872"/>
                    <a:pt x="2342606" y="2540606"/>
                  </a:cubicBezTo>
                  <a:cubicBezTo>
                    <a:pt x="2290469" y="2581901"/>
                    <a:pt x="2231815" y="2522132"/>
                    <a:pt x="2981282" y="3198064"/>
                  </a:cubicBezTo>
                  <a:cubicBezTo>
                    <a:pt x="3136607" y="3337163"/>
                    <a:pt x="3278897" y="3466481"/>
                    <a:pt x="3306052" y="3491476"/>
                  </a:cubicBezTo>
                  <a:cubicBezTo>
                    <a:pt x="3320172" y="3504516"/>
                    <a:pt x="3353844" y="3533857"/>
                    <a:pt x="3383171" y="3556678"/>
                  </a:cubicBezTo>
                  <a:cubicBezTo>
                    <a:pt x="3412498" y="3580586"/>
                    <a:pt x="3451600" y="3615361"/>
                    <a:pt x="3470065" y="3632748"/>
                  </a:cubicBezTo>
                  <a:cubicBezTo>
                    <a:pt x="3489617" y="3651222"/>
                    <a:pt x="3533064" y="3690343"/>
                    <a:pt x="3567822" y="3719685"/>
                  </a:cubicBezTo>
                  <a:cubicBezTo>
                    <a:pt x="3660148" y="3799014"/>
                    <a:pt x="3750301" y="3878344"/>
                    <a:pt x="3827420" y="3947893"/>
                  </a:cubicBezTo>
                  <a:cubicBezTo>
                    <a:pt x="3841540" y="3959847"/>
                    <a:pt x="3880643" y="3994622"/>
                    <a:pt x="3915401" y="4023963"/>
                  </a:cubicBezTo>
                  <a:cubicBezTo>
                    <a:pt x="3951245" y="4054391"/>
                    <a:pt x="4021847" y="4115246"/>
                    <a:pt x="4072898" y="4159802"/>
                  </a:cubicBezTo>
                  <a:cubicBezTo>
                    <a:pt x="4123948" y="4204357"/>
                    <a:pt x="4182602" y="4256519"/>
                    <a:pt x="4203240" y="4273906"/>
                  </a:cubicBezTo>
                  <a:cubicBezTo>
                    <a:pt x="4223877" y="4292380"/>
                    <a:pt x="4265152" y="4329328"/>
                    <a:pt x="4295565" y="4356496"/>
                  </a:cubicBezTo>
                  <a:cubicBezTo>
                    <a:pt x="4390064" y="4442346"/>
                    <a:pt x="4556250" y="4570577"/>
                    <a:pt x="4617076" y="4603179"/>
                  </a:cubicBezTo>
                  <a:cubicBezTo>
                    <a:pt x="4674644" y="4633607"/>
                    <a:pt x="4750677" y="4662948"/>
                    <a:pt x="4862554" y="4696636"/>
                  </a:cubicBezTo>
                  <a:cubicBezTo>
                    <a:pt x="4942931" y="4721630"/>
                    <a:pt x="5193840" y="4721630"/>
                    <a:pt x="5289424" y="4697722"/>
                  </a:cubicBezTo>
                  <a:cubicBezTo>
                    <a:pt x="5450179" y="4657514"/>
                    <a:pt x="5589211" y="4592312"/>
                    <a:pt x="5664158" y="4521676"/>
                  </a:cubicBezTo>
                  <a:cubicBezTo>
                    <a:pt x="5676106" y="4510808"/>
                    <a:pt x="5785810" y="4414091"/>
                    <a:pt x="5908549" y="4307594"/>
                  </a:cubicBezTo>
                  <a:cubicBezTo>
                    <a:pt x="6031288" y="4200010"/>
                    <a:pt x="6158371" y="4088079"/>
                    <a:pt x="6190957" y="4057651"/>
                  </a:cubicBezTo>
                  <a:cubicBezTo>
                    <a:pt x="6223542" y="4027223"/>
                    <a:pt x="6280024" y="3977234"/>
                    <a:pt x="6314782" y="3947893"/>
                  </a:cubicBezTo>
                  <a:cubicBezTo>
                    <a:pt x="6350626" y="3917466"/>
                    <a:pt x="6386470" y="3885951"/>
                    <a:pt x="6396246" y="3876171"/>
                  </a:cubicBezTo>
                  <a:cubicBezTo>
                    <a:pt x="6406021" y="3867477"/>
                    <a:pt x="6449469" y="3828355"/>
                    <a:pt x="6494002" y="3789234"/>
                  </a:cubicBezTo>
                  <a:cubicBezTo>
                    <a:pt x="6538536" y="3751199"/>
                    <a:pt x="6590673" y="3705557"/>
                    <a:pt x="6609138" y="3687083"/>
                  </a:cubicBezTo>
                  <a:cubicBezTo>
                    <a:pt x="6627603" y="3669696"/>
                    <a:pt x="6676481" y="3625141"/>
                    <a:pt x="6717756" y="3589280"/>
                  </a:cubicBezTo>
                  <a:cubicBezTo>
                    <a:pt x="6757945" y="3553418"/>
                    <a:pt x="6801392" y="3514297"/>
                    <a:pt x="6814427" y="3502343"/>
                  </a:cubicBezTo>
                  <a:cubicBezTo>
                    <a:pt x="6826375" y="3490389"/>
                    <a:pt x="6856788" y="3464308"/>
                    <a:pt x="6880684" y="3443661"/>
                  </a:cubicBezTo>
                  <a:cubicBezTo>
                    <a:pt x="6904580" y="3424100"/>
                    <a:pt x="6969751" y="3365418"/>
                    <a:pt x="7026233" y="3313256"/>
                  </a:cubicBezTo>
                  <a:cubicBezTo>
                    <a:pt x="7153316" y="3196978"/>
                    <a:pt x="7208712" y="3145902"/>
                    <a:pt x="7353174" y="3017671"/>
                  </a:cubicBezTo>
                  <a:cubicBezTo>
                    <a:pt x="7513929" y="2873139"/>
                    <a:pt x="7800682" y="2613415"/>
                    <a:pt x="7889749" y="2532999"/>
                  </a:cubicBezTo>
                  <a:lnTo>
                    <a:pt x="7963610" y="2464536"/>
                  </a:lnTo>
                  <a:lnTo>
                    <a:pt x="8141744" y="2464536"/>
                  </a:lnTo>
                  <a:cubicBezTo>
                    <a:pt x="8290551" y="2464536"/>
                    <a:pt x="8317706" y="2466710"/>
                    <a:pt x="8313361" y="2479750"/>
                  </a:cubicBezTo>
                  <a:cubicBezTo>
                    <a:pt x="8310102" y="2488444"/>
                    <a:pt x="8240587" y="2555820"/>
                    <a:pt x="8159123" y="2629716"/>
                  </a:cubicBezTo>
                  <a:cubicBezTo>
                    <a:pt x="8077659" y="2702525"/>
                    <a:pt x="7902783" y="2860098"/>
                    <a:pt x="7771355" y="2979636"/>
                  </a:cubicBezTo>
                  <a:cubicBezTo>
                    <a:pt x="7639927" y="3098087"/>
                    <a:pt x="7493292" y="3230666"/>
                    <a:pt x="7446586" y="3273047"/>
                  </a:cubicBezTo>
                  <a:cubicBezTo>
                    <a:pt x="7399880" y="3315429"/>
                    <a:pt x="7355346" y="3355637"/>
                    <a:pt x="7348829" y="3361071"/>
                  </a:cubicBezTo>
                  <a:cubicBezTo>
                    <a:pt x="7289089" y="3417580"/>
                    <a:pt x="7182643" y="3513210"/>
                    <a:pt x="7126162" y="3562112"/>
                  </a:cubicBezTo>
                  <a:cubicBezTo>
                    <a:pt x="7088145" y="3594713"/>
                    <a:pt x="7039267" y="3639268"/>
                    <a:pt x="7017543" y="3659916"/>
                  </a:cubicBezTo>
                  <a:cubicBezTo>
                    <a:pt x="6994733" y="3680563"/>
                    <a:pt x="6938252" y="3732725"/>
                    <a:pt x="6891546" y="3774020"/>
                  </a:cubicBezTo>
                  <a:cubicBezTo>
                    <a:pt x="6843754" y="3816402"/>
                    <a:pt x="6784014" y="3869650"/>
                    <a:pt x="6756859" y="3893558"/>
                  </a:cubicBezTo>
                  <a:cubicBezTo>
                    <a:pt x="6729704" y="3917466"/>
                    <a:pt x="6692774" y="3952240"/>
                    <a:pt x="6673223" y="3969628"/>
                  </a:cubicBezTo>
                  <a:cubicBezTo>
                    <a:pt x="6654758" y="3988102"/>
                    <a:pt x="6602621" y="4033743"/>
                    <a:pt x="6559173" y="4072865"/>
                  </a:cubicBezTo>
                  <a:cubicBezTo>
                    <a:pt x="6515726" y="4111986"/>
                    <a:pt x="6419056" y="4198923"/>
                    <a:pt x="6344109" y="4267386"/>
                  </a:cubicBezTo>
                  <a:cubicBezTo>
                    <a:pt x="6269162" y="4335848"/>
                    <a:pt x="6165975" y="4426045"/>
                    <a:pt x="6114924" y="4468427"/>
                  </a:cubicBezTo>
                  <a:cubicBezTo>
                    <a:pt x="6063873" y="4509722"/>
                    <a:pt x="6020426" y="4547757"/>
                    <a:pt x="6017167" y="4551017"/>
                  </a:cubicBezTo>
                  <a:cubicBezTo>
                    <a:pt x="5993271" y="4576011"/>
                    <a:pt x="5806448" y="4728150"/>
                    <a:pt x="5767345" y="4753144"/>
                  </a:cubicBezTo>
                  <a:cubicBezTo>
                    <a:pt x="5608762" y="4855295"/>
                    <a:pt x="5537074" y="4885723"/>
                    <a:pt x="5376319" y="4920498"/>
                  </a:cubicBezTo>
                  <a:cubicBezTo>
                    <a:pt x="5241632" y="4948752"/>
                    <a:pt x="4993982" y="4948752"/>
                    <a:pt x="4849519" y="491941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0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" name="자유형: 도형 26"/>
            <p:cNvSpPr/>
            <p:nvPr/>
          </p:nvSpPr>
          <p:spPr>
            <a:xfrm flipV="1">
              <a:off x="3262188" y="1559412"/>
              <a:ext cx="4791028" cy="2065195"/>
            </a:xfrm>
            <a:custGeom>
              <a:avLst/>
              <a:gdLst>
                <a:gd name="connsiteX0" fmla="*/ 2147752 w 4791028"/>
                <a:gd name="connsiteY0" fmla="*/ 2035487 h 2065195"/>
                <a:gd name="connsiteX1" fmla="*/ 1669831 w 4791028"/>
                <a:gd name="connsiteY1" fmla="*/ 1752943 h 2065195"/>
                <a:gd name="connsiteX2" fmla="*/ 1559040 w 4791028"/>
                <a:gd name="connsiteY2" fmla="*/ 1652966 h 2065195"/>
                <a:gd name="connsiteX3" fmla="*/ 633611 w 4791028"/>
                <a:gd name="connsiteY3" fmla="*/ 812940 h 2065195"/>
                <a:gd name="connsiteX4" fmla="*/ 53588 w 4791028"/>
                <a:gd name="connsiteY4" fmla="*/ 283713 h 2065195"/>
                <a:gd name="connsiteX5" fmla="*/ -3979 w 4791028"/>
                <a:gd name="connsiteY5" fmla="*/ 206557 h 2065195"/>
                <a:gd name="connsiteX6" fmla="*/ 198051 w 4791028"/>
                <a:gd name="connsiteY6" fmla="*/ 63111 h 2065195"/>
                <a:gd name="connsiteX7" fmla="*/ 465252 w 4791028"/>
                <a:gd name="connsiteY7" fmla="*/ -3178 h 2065195"/>
                <a:gd name="connsiteX8" fmla="*/ 786763 w 4791028"/>
                <a:gd name="connsiteY8" fmla="*/ 129400 h 2065195"/>
                <a:gd name="connsiteX9" fmla="*/ 925794 w 4791028"/>
                <a:gd name="connsiteY9" fmla="*/ 255458 h 2065195"/>
                <a:gd name="connsiteX10" fmla="*/ 1212547 w 4791028"/>
                <a:gd name="connsiteY10" fmla="*/ 513008 h 2065195"/>
                <a:gd name="connsiteX11" fmla="*/ 1322252 w 4791028"/>
                <a:gd name="connsiteY11" fmla="*/ 610812 h 2065195"/>
                <a:gd name="connsiteX12" fmla="*/ 1410233 w 4791028"/>
                <a:gd name="connsiteY12" fmla="*/ 686882 h 2065195"/>
                <a:gd name="connsiteX13" fmla="*/ 1641590 w 4791028"/>
                <a:gd name="connsiteY13" fmla="*/ 898790 h 2065195"/>
                <a:gd name="connsiteX14" fmla="*/ 2060857 w 4791028"/>
                <a:gd name="connsiteY14" fmla="*/ 1208502 h 2065195"/>
                <a:gd name="connsiteX15" fmla="*/ 2534433 w 4791028"/>
                <a:gd name="connsiteY15" fmla="*/ 1238930 h 2065195"/>
                <a:gd name="connsiteX16" fmla="*/ 2830962 w 4791028"/>
                <a:gd name="connsiteY16" fmla="*/ 1084617 h 2065195"/>
                <a:gd name="connsiteX17" fmla="*/ 2940666 w 4791028"/>
                <a:gd name="connsiteY17" fmla="*/ 990073 h 2065195"/>
                <a:gd name="connsiteX18" fmla="*/ 3011268 w 4791028"/>
                <a:gd name="connsiteY18" fmla="*/ 930304 h 2065195"/>
                <a:gd name="connsiteX19" fmla="*/ 3088387 w 4791028"/>
                <a:gd name="connsiteY19" fmla="*/ 866189 h 2065195"/>
                <a:gd name="connsiteX20" fmla="*/ 3287159 w 4791028"/>
                <a:gd name="connsiteY20" fmla="*/ 689055 h 2065195"/>
                <a:gd name="connsiteX21" fmla="*/ 3478327 w 4791028"/>
                <a:gd name="connsiteY21" fmla="*/ 518442 h 2065195"/>
                <a:gd name="connsiteX22" fmla="*/ 3582601 w 4791028"/>
                <a:gd name="connsiteY22" fmla="*/ 426072 h 2065195"/>
                <a:gd name="connsiteX23" fmla="*/ 3782459 w 4791028"/>
                <a:gd name="connsiteY23" fmla="*/ 246765 h 2065195"/>
                <a:gd name="connsiteX24" fmla="*/ 3859578 w 4791028"/>
                <a:gd name="connsiteY24" fmla="*/ 178302 h 2065195"/>
                <a:gd name="connsiteX25" fmla="*/ 3909542 w 4791028"/>
                <a:gd name="connsiteY25" fmla="*/ 138094 h 2065195"/>
                <a:gd name="connsiteX26" fmla="*/ 4345102 w 4791028"/>
                <a:gd name="connsiteY26" fmla="*/ 138094 h 2065195"/>
                <a:gd name="connsiteX27" fmla="*/ 4786093 w 4791028"/>
                <a:gd name="connsiteY27" fmla="*/ 147874 h 2065195"/>
                <a:gd name="connsiteX28" fmla="*/ 4719836 w 4791028"/>
                <a:gd name="connsiteY28" fmla="*/ 220684 h 2065195"/>
                <a:gd name="connsiteX29" fmla="*/ 4636200 w 4791028"/>
                <a:gd name="connsiteY29" fmla="*/ 295667 h 2065195"/>
                <a:gd name="connsiteX30" fmla="*/ 4521064 w 4791028"/>
                <a:gd name="connsiteY30" fmla="*/ 398904 h 2065195"/>
                <a:gd name="connsiteX31" fmla="*/ 4368998 w 4791028"/>
                <a:gd name="connsiteY31" fmla="*/ 535829 h 2065195"/>
                <a:gd name="connsiteX32" fmla="*/ 3517430 w 4791028"/>
                <a:gd name="connsiteY32" fmla="*/ 1305219 h 2065195"/>
                <a:gd name="connsiteX33" fmla="*/ 3232850 w 4791028"/>
                <a:gd name="connsiteY33" fmla="*/ 1560595 h 2065195"/>
                <a:gd name="connsiteX34" fmla="*/ 3102508 w 4791028"/>
                <a:gd name="connsiteY34" fmla="*/ 1676873 h 2065195"/>
                <a:gd name="connsiteX35" fmla="*/ 2999320 w 4791028"/>
                <a:gd name="connsiteY35" fmla="*/ 1769243 h 2065195"/>
                <a:gd name="connsiteX36" fmla="*/ 2582225 w 4791028"/>
                <a:gd name="connsiteY36" fmla="*/ 2038747 h 2065195"/>
                <a:gd name="connsiteX37" fmla="*/ 2147752 w 4791028"/>
                <a:gd name="connsiteY37" fmla="*/ 2035487 h 2065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4791028" h="2065195">
                  <a:moveTo>
                    <a:pt x="2147752" y="2035487"/>
                  </a:moveTo>
                  <a:cubicBezTo>
                    <a:pt x="1977221" y="1992019"/>
                    <a:pt x="1830586" y="1906169"/>
                    <a:pt x="1669831" y="1752943"/>
                  </a:cubicBezTo>
                  <a:cubicBezTo>
                    <a:pt x="1650279" y="1734469"/>
                    <a:pt x="1600315" y="1689914"/>
                    <a:pt x="1559040" y="1652966"/>
                  </a:cubicBezTo>
                  <a:cubicBezTo>
                    <a:pt x="1363527" y="1478006"/>
                    <a:pt x="1106101" y="1245450"/>
                    <a:pt x="633611" y="812940"/>
                  </a:cubicBezTo>
                  <a:cubicBezTo>
                    <a:pt x="349030" y="553217"/>
                    <a:pt x="88346" y="315227"/>
                    <a:pt x="53588" y="283713"/>
                  </a:cubicBezTo>
                  <a:cubicBezTo>
                    <a:pt x="6882" y="241331"/>
                    <a:pt x="-8324" y="220684"/>
                    <a:pt x="-3979" y="206557"/>
                  </a:cubicBezTo>
                  <a:cubicBezTo>
                    <a:pt x="3624" y="185909"/>
                    <a:pt x="95950" y="120707"/>
                    <a:pt x="198051" y="63111"/>
                  </a:cubicBezTo>
                  <a:cubicBezTo>
                    <a:pt x="262136" y="27250"/>
                    <a:pt x="385961" y="-3178"/>
                    <a:pt x="465252" y="-3178"/>
                  </a:cubicBezTo>
                  <a:cubicBezTo>
                    <a:pt x="582560" y="-3178"/>
                    <a:pt x="697696" y="44637"/>
                    <a:pt x="786763" y="129400"/>
                  </a:cubicBezTo>
                  <a:cubicBezTo>
                    <a:pt x="806314" y="148961"/>
                    <a:pt x="869313" y="206557"/>
                    <a:pt x="925794" y="255458"/>
                  </a:cubicBezTo>
                  <a:cubicBezTo>
                    <a:pt x="1077860" y="389124"/>
                    <a:pt x="1161496" y="464106"/>
                    <a:pt x="1212547" y="513008"/>
                  </a:cubicBezTo>
                  <a:cubicBezTo>
                    <a:pt x="1238615" y="536916"/>
                    <a:pt x="1287494" y="581471"/>
                    <a:pt x="1322252" y="610812"/>
                  </a:cubicBezTo>
                  <a:cubicBezTo>
                    <a:pt x="1358096" y="641240"/>
                    <a:pt x="1397198" y="674928"/>
                    <a:pt x="1410233" y="686882"/>
                  </a:cubicBezTo>
                  <a:cubicBezTo>
                    <a:pt x="1475404" y="746651"/>
                    <a:pt x="1626383" y="884663"/>
                    <a:pt x="1641590" y="898790"/>
                  </a:cubicBezTo>
                  <a:cubicBezTo>
                    <a:pt x="1774104" y="1022675"/>
                    <a:pt x="1976134" y="1172640"/>
                    <a:pt x="2060857" y="1208502"/>
                  </a:cubicBezTo>
                  <a:cubicBezTo>
                    <a:pt x="2157527" y="1248710"/>
                    <a:pt x="2391057" y="1263924"/>
                    <a:pt x="2534433" y="1238930"/>
                  </a:cubicBezTo>
                  <a:cubicBezTo>
                    <a:pt x="2636535" y="1221542"/>
                    <a:pt x="2716912" y="1180247"/>
                    <a:pt x="2830962" y="1084617"/>
                  </a:cubicBezTo>
                  <a:cubicBezTo>
                    <a:pt x="2885271" y="1038975"/>
                    <a:pt x="2935235" y="996594"/>
                    <a:pt x="2940666" y="990073"/>
                  </a:cubicBezTo>
                  <a:cubicBezTo>
                    <a:pt x="2947183" y="984640"/>
                    <a:pt x="2978683" y="957472"/>
                    <a:pt x="3011268" y="930304"/>
                  </a:cubicBezTo>
                  <a:cubicBezTo>
                    <a:pt x="3043854" y="904223"/>
                    <a:pt x="3078612" y="874882"/>
                    <a:pt x="3088387" y="866189"/>
                  </a:cubicBezTo>
                  <a:cubicBezTo>
                    <a:pt x="3109025" y="845541"/>
                    <a:pt x="3255660" y="716223"/>
                    <a:pt x="3287159" y="689055"/>
                  </a:cubicBezTo>
                  <a:cubicBezTo>
                    <a:pt x="3344727" y="640153"/>
                    <a:pt x="3442483" y="553217"/>
                    <a:pt x="3478327" y="518442"/>
                  </a:cubicBezTo>
                  <a:cubicBezTo>
                    <a:pt x="3501137" y="497794"/>
                    <a:pt x="3547843" y="456499"/>
                    <a:pt x="3582601" y="426072"/>
                  </a:cubicBezTo>
                  <a:cubicBezTo>
                    <a:pt x="3656462" y="363043"/>
                    <a:pt x="3742270" y="285886"/>
                    <a:pt x="3782459" y="246765"/>
                  </a:cubicBezTo>
                  <a:cubicBezTo>
                    <a:pt x="3797665" y="231551"/>
                    <a:pt x="3832423" y="201123"/>
                    <a:pt x="3859578" y="178302"/>
                  </a:cubicBezTo>
                  <a:lnTo>
                    <a:pt x="3909542" y="138094"/>
                  </a:lnTo>
                  <a:lnTo>
                    <a:pt x="4345102" y="138094"/>
                  </a:lnTo>
                  <a:cubicBezTo>
                    <a:pt x="4584063" y="138094"/>
                    <a:pt x="4782835" y="142441"/>
                    <a:pt x="4786093" y="147874"/>
                  </a:cubicBezTo>
                  <a:cubicBezTo>
                    <a:pt x="4789352" y="152221"/>
                    <a:pt x="4760025" y="185909"/>
                    <a:pt x="4719836" y="220684"/>
                  </a:cubicBezTo>
                  <a:cubicBezTo>
                    <a:pt x="4680733" y="255458"/>
                    <a:pt x="4642717" y="290233"/>
                    <a:pt x="4636200" y="295667"/>
                  </a:cubicBezTo>
                  <a:cubicBezTo>
                    <a:pt x="4629683" y="302187"/>
                    <a:pt x="4577546" y="347829"/>
                    <a:pt x="4521064" y="398904"/>
                  </a:cubicBezTo>
                  <a:cubicBezTo>
                    <a:pt x="4464583" y="449979"/>
                    <a:pt x="4396153" y="510835"/>
                    <a:pt x="4368998" y="535829"/>
                  </a:cubicBezTo>
                  <a:cubicBezTo>
                    <a:pt x="4048574" y="825980"/>
                    <a:pt x="3819389" y="1033542"/>
                    <a:pt x="3517430" y="1305219"/>
                  </a:cubicBezTo>
                  <a:cubicBezTo>
                    <a:pt x="3391433" y="1417150"/>
                    <a:pt x="3263263" y="1532341"/>
                    <a:pt x="3232850" y="1560595"/>
                  </a:cubicBezTo>
                  <a:cubicBezTo>
                    <a:pt x="3202437" y="1587763"/>
                    <a:pt x="3143783" y="1641012"/>
                    <a:pt x="3102508" y="1676873"/>
                  </a:cubicBezTo>
                  <a:cubicBezTo>
                    <a:pt x="3061233" y="1713821"/>
                    <a:pt x="3014527" y="1755116"/>
                    <a:pt x="2999320" y="1769243"/>
                  </a:cubicBezTo>
                  <a:cubicBezTo>
                    <a:pt x="2820100" y="1933336"/>
                    <a:pt x="2739722" y="1985498"/>
                    <a:pt x="2582225" y="2038747"/>
                  </a:cubicBezTo>
                  <a:cubicBezTo>
                    <a:pt x="2489900" y="2071348"/>
                    <a:pt x="2283525" y="2069175"/>
                    <a:pt x="2147752" y="2035487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0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" name="자유형: 도형 27"/>
            <p:cNvSpPr/>
            <p:nvPr/>
          </p:nvSpPr>
          <p:spPr>
            <a:xfrm flipV="1">
              <a:off x="1292559" y="3321687"/>
              <a:ext cx="4796276" cy="2052520"/>
            </a:xfrm>
            <a:custGeom>
              <a:avLst/>
              <a:gdLst>
                <a:gd name="connsiteX0" fmla="*/ 4179837 w 4796276"/>
                <a:gd name="connsiteY0" fmla="*/ 2040525 h 2052520"/>
                <a:gd name="connsiteX1" fmla="*/ 3959342 w 4796276"/>
                <a:gd name="connsiteY1" fmla="*/ 1886212 h 2052520"/>
                <a:gd name="connsiteX2" fmla="*/ 3852896 w 4796276"/>
                <a:gd name="connsiteY2" fmla="*/ 1790582 h 2052520"/>
                <a:gd name="connsiteX3" fmla="*/ 3733416 w 4796276"/>
                <a:gd name="connsiteY3" fmla="*/ 1684084 h 2052520"/>
                <a:gd name="connsiteX4" fmla="*/ 3555282 w 4796276"/>
                <a:gd name="connsiteY4" fmla="*/ 1527598 h 2052520"/>
                <a:gd name="connsiteX5" fmla="*/ 3451008 w 4796276"/>
                <a:gd name="connsiteY5" fmla="*/ 1433054 h 2052520"/>
                <a:gd name="connsiteX6" fmla="*/ 3341303 w 4796276"/>
                <a:gd name="connsiteY6" fmla="*/ 1335251 h 2052520"/>
                <a:gd name="connsiteX7" fmla="*/ 3232685 w 4796276"/>
                <a:gd name="connsiteY7" fmla="*/ 1237447 h 2052520"/>
                <a:gd name="connsiteX8" fmla="*/ 2737385 w 4796276"/>
                <a:gd name="connsiteY8" fmla="*/ 856012 h 2052520"/>
                <a:gd name="connsiteX9" fmla="*/ 2424564 w 4796276"/>
                <a:gd name="connsiteY9" fmla="*/ 809284 h 2052520"/>
                <a:gd name="connsiteX10" fmla="*/ 1902109 w 4796276"/>
                <a:gd name="connsiteY10" fmla="*/ 1019018 h 2052520"/>
                <a:gd name="connsiteX11" fmla="*/ 1826076 w 4796276"/>
                <a:gd name="connsiteY11" fmla="*/ 1085308 h 2052520"/>
                <a:gd name="connsiteX12" fmla="*/ 1468722 w 4796276"/>
                <a:gd name="connsiteY12" fmla="*/ 1399366 h 2052520"/>
                <a:gd name="connsiteX13" fmla="*/ 1247140 w 4796276"/>
                <a:gd name="connsiteY13" fmla="*/ 1594974 h 2052520"/>
                <a:gd name="connsiteX14" fmla="*/ 1143953 w 4796276"/>
                <a:gd name="connsiteY14" fmla="*/ 1688431 h 2052520"/>
                <a:gd name="connsiteX15" fmla="*/ 1029903 w 4796276"/>
                <a:gd name="connsiteY15" fmla="*/ 1791668 h 2052520"/>
                <a:gd name="connsiteX16" fmla="*/ 915854 w 4796276"/>
                <a:gd name="connsiteY16" fmla="*/ 1892732 h 2052520"/>
                <a:gd name="connsiteX17" fmla="*/ 883268 w 4796276"/>
                <a:gd name="connsiteY17" fmla="*/ 1922073 h 2052520"/>
                <a:gd name="connsiteX18" fmla="*/ 440105 w 4796276"/>
                <a:gd name="connsiteY18" fmla="*/ 1922073 h 2052520"/>
                <a:gd name="connsiteX19" fmla="*/ -3058 w 4796276"/>
                <a:gd name="connsiteY19" fmla="*/ 1912293 h 2052520"/>
                <a:gd name="connsiteX20" fmla="*/ 201145 w 4796276"/>
                <a:gd name="connsiteY20" fmla="*/ 1719946 h 2052520"/>
                <a:gd name="connsiteX21" fmla="*/ 409692 w 4796276"/>
                <a:gd name="connsiteY21" fmla="*/ 1530858 h 2052520"/>
                <a:gd name="connsiteX22" fmla="*/ 578051 w 4796276"/>
                <a:gd name="connsiteY22" fmla="*/ 1378719 h 2052520"/>
                <a:gd name="connsiteX23" fmla="*/ 860458 w 4796276"/>
                <a:gd name="connsiteY23" fmla="*/ 1123343 h 2052520"/>
                <a:gd name="connsiteX24" fmla="*/ 1060316 w 4796276"/>
                <a:gd name="connsiteY24" fmla="*/ 944036 h 2052520"/>
                <a:gd name="connsiteX25" fmla="*/ 1168935 w 4796276"/>
                <a:gd name="connsiteY25" fmla="*/ 846232 h 2052520"/>
                <a:gd name="connsiteX26" fmla="*/ 1277553 w 4796276"/>
                <a:gd name="connsiteY26" fmla="*/ 748428 h 2052520"/>
                <a:gd name="connsiteX27" fmla="*/ 1397033 w 4796276"/>
                <a:gd name="connsiteY27" fmla="*/ 639757 h 2052520"/>
                <a:gd name="connsiteX28" fmla="*/ 1501307 w 4796276"/>
                <a:gd name="connsiteY28" fmla="*/ 547387 h 2052520"/>
                <a:gd name="connsiteX29" fmla="*/ 1599064 w 4796276"/>
                <a:gd name="connsiteY29" fmla="*/ 459364 h 2052520"/>
                <a:gd name="connsiteX30" fmla="*/ 1656631 w 4796276"/>
                <a:gd name="connsiteY30" fmla="*/ 409375 h 2052520"/>
                <a:gd name="connsiteX31" fmla="*/ 1754388 w 4796276"/>
                <a:gd name="connsiteY31" fmla="*/ 323525 h 2052520"/>
                <a:gd name="connsiteX32" fmla="*/ 2188862 w 4796276"/>
                <a:gd name="connsiteY32" fmla="*/ 25767 h 2052520"/>
                <a:gd name="connsiteX33" fmla="*/ 2398495 w 4796276"/>
                <a:gd name="connsiteY33" fmla="*/ -1401 h 2052520"/>
                <a:gd name="connsiteX34" fmla="*/ 2763453 w 4796276"/>
                <a:gd name="connsiteY34" fmla="*/ 59455 h 2052520"/>
                <a:gd name="connsiteX35" fmla="*/ 2806901 w 4796276"/>
                <a:gd name="connsiteY35" fmla="*/ 74669 h 2052520"/>
                <a:gd name="connsiteX36" fmla="*/ 3007845 w 4796276"/>
                <a:gd name="connsiteY36" fmla="*/ 206161 h 2052520"/>
                <a:gd name="connsiteX37" fmla="*/ 3104515 w 4796276"/>
                <a:gd name="connsiteY37" fmla="*/ 292010 h 2052520"/>
                <a:gd name="connsiteX38" fmla="*/ 4184182 w 4796276"/>
                <a:gd name="connsiteY38" fmla="*/ 1270048 h 2052520"/>
                <a:gd name="connsiteX39" fmla="*/ 4652328 w 4796276"/>
                <a:gd name="connsiteY39" fmla="*/ 1697125 h 2052520"/>
                <a:gd name="connsiteX40" fmla="*/ 4792445 w 4796276"/>
                <a:gd name="connsiteY40" fmla="*/ 1853611 h 2052520"/>
                <a:gd name="connsiteX41" fmla="*/ 4566519 w 4796276"/>
                <a:gd name="connsiteY41" fmla="*/ 2007923 h 2052520"/>
                <a:gd name="connsiteX42" fmla="*/ 4470935 w 4796276"/>
                <a:gd name="connsiteY42" fmla="*/ 2040525 h 2052520"/>
                <a:gd name="connsiteX43" fmla="*/ 4179837 w 4796276"/>
                <a:gd name="connsiteY43" fmla="*/ 2040525 h 205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4796276" h="2052520">
                  <a:moveTo>
                    <a:pt x="4179837" y="2040525"/>
                  </a:moveTo>
                  <a:cubicBezTo>
                    <a:pt x="4125528" y="2024224"/>
                    <a:pt x="4070133" y="1986189"/>
                    <a:pt x="3959342" y="1886212"/>
                  </a:cubicBezTo>
                  <a:cubicBezTo>
                    <a:pt x="3903947" y="1837310"/>
                    <a:pt x="3856155" y="1794928"/>
                    <a:pt x="3852896" y="1790582"/>
                  </a:cubicBezTo>
                  <a:cubicBezTo>
                    <a:pt x="3849637" y="1787321"/>
                    <a:pt x="3796414" y="1739506"/>
                    <a:pt x="3733416" y="1684084"/>
                  </a:cubicBezTo>
                  <a:cubicBezTo>
                    <a:pt x="3670417" y="1628662"/>
                    <a:pt x="3591126" y="1558026"/>
                    <a:pt x="3555282" y="1527598"/>
                  </a:cubicBezTo>
                  <a:cubicBezTo>
                    <a:pt x="3520524" y="1496084"/>
                    <a:pt x="3473818" y="1453702"/>
                    <a:pt x="3451008" y="1433054"/>
                  </a:cubicBezTo>
                  <a:cubicBezTo>
                    <a:pt x="3429284" y="1412407"/>
                    <a:pt x="3379320" y="1367852"/>
                    <a:pt x="3341303" y="1335251"/>
                  </a:cubicBezTo>
                  <a:cubicBezTo>
                    <a:pt x="3304373" y="1302649"/>
                    <a:pt x="3255495" y="1258094"/>
                    <a:pt x="3232685" y="1237447"/>
                  </a:cubicBezTo>
                  <a:cubicBezTo>
                    <a:pt x="3032827" y="1047273"/>
                    <a:pt x="2844917" y="902741"/>
                    <a:pt x="2737385" y="856012"/>
                  </a:cubicBezTo>
                  <a:cubicBezTo>
                    <a:pt x="2665697" y="824498"/>
                    <a:pt x="2565768" y="809284"/>
                    <a:pt x="2424564" y="809284"/>
                  </a:cubicBezTo>
                  <a:cubicBezTo>
                    <a:pt x="2192120" y="809284"/>
                    <a:pt x="2099795" y="846232"/>
                    <a:pt x="1902109" y="1019018"/>
                  </a:cubicBezTo>
                  <a:cubicBezTo>
                    <a:pt x="1878213" y="1040753"/>
                    <a:pt x="1844541" y="1070094"/>
                    <a:pt x="1826076" y="1085308"/>
                  </a:cubicBezTo>
                  <a:cubicBezTo>
                    <a:pt x="1721803" y="1175505"/>
                    <a:pt x="1601236" y="1280915"/>
                    <a:pt x="1468722" y="1399366"/>
                  </a:cubicBezTo>
                  <a:cubicBezTo>
                    <a:pt x="1385085" y="1473263"/>
                    <a:pt x="1285156" y="1561286"/>
                    <a:pt x="1247140" y="1594974"/>
                  </a:cubicBezTo>
                  <a:cubicBezTo>
                    <a:pt x="1209124" y="1628662"/>
                    <a:pt x="1163504" y="1671044"/>
                    <a:pt x="1143953" y="1688431"/>
                  </a:cubicBezTo>
                  <a:cubicBezTo>
                    <a:pt x="1125487" y="1706905"/>
                    <a:pt x="1073351" y="1752547"/>
                    <a:pt x="1029903" y="1791668"/>
                  </a:cubicBezTo>
                  <a:cubicBezTo>
                    <a:pt x="985370" y="1830790"/>
                    <a:pt x="934319" y="1875345"/>
                    <a:pt x="915854" y="1892732"/>
                  </a:cubicBezTo>
                  <a:lnTo>
                    <a:pt x="883268" y="1922073"/>
                  </a:lnTo>
                  <a:lnTo>
                    <a:pt x="440105" y="1922073"/>
                  </a:lnTo>
                  <a:cubicBezTo>
                    <a:pt x="193541" y="1922073"/>
                    <a:pt x="-3058" y="1917726"/>
                    <a:pt x="-3058" y="1912293"/>
                  </a:cubicBezTo>
                  <a:cubicBezTo>
                    <a:pt x="-3058" y="1906859"/>
                    <a:pt x="88181" y="1821009"/>
                    <a:pt x="201145" y="1719946"/>
                  </a:cubicBezTo>
                  <a:cubicBezTo>
                    <a:pt x="313022" y="1618882"/>
                    <a:pt x="406433" y="1534118"/>
                    <a:pt x="409692" y="1530858"/>
                  </a:cubicBezTo>
                  <a:cubicBezTo>
                    <a:pt x="412950" y="1527598"/>
                    <a:pt x="488983" y="1459135"/>
                    <a:pt x="578051" y="1378719"/>
                  </a:cubicBezTo>
                  <a:cubicBezTo>
                    <a:pt x="668204" y="1298303"/>
                    <a:pt x="795287" y="1183112"/>
                    <a:pt x="860458" y="1123343"/>
                  </a:cubicBezTo>
                  <a:cubicBezTo>
                    <a:pt x="926716" y="1063574"/>
                    <a:pt x="1016869" y="983157"/>
                    <a:pt x="1060316" y="944036"/>
                  </a:cubicBezTo>
                  <a:cubicBezTo>
                    <a:pt x="1103764" y="904914"/>
                    <a:pt x="1152642" y="861446"/>
                    <a:pt x="1168935" y="846232"/>
                  </a:cubicBezTo>
                  <a:cubicBezTo>
                    <a:pt x="1185228" y="831018"/>
                    <a:pt x="1234106" y="787550"/>
                    <a:pt x="1277553" y="748428"/>
                  </a:cubicBezTo>
                  <a:cubicBezTo>
                    <a:pt x="1321001" y="709307"/>
                    <a:pt x="1375310" y="660405"/>
                    <a:pt x="1397033" y="639757"/>
                  </a:cubicBezTo>
                  <a:cubicBezTo>
                    <a:pt x="1419843" y="619110"/>
                    <a:pt x="1466549" y="577815"/>
                    <a:pt x="1501307" y="547387"/>
                  </a:cubicBezTo>
                  <a:cubicBezTo>
                    <a:pt x="1536065" y="518046"/>
                    <a:pt x="1580599" y="477838"/>
                    <a:pt x="1599064" y="459364"/>
                  </a:cubicBezTo>
                  <a:cubicBezTo>
                    <a:pt x="1618615" y="440890"/>
                    <a:pt x="1644683" y="418069"/>
                    <a:pt x="1656631" y="409375"/>
                  </a:cubicBezTo>
                  <a:cubicBezTo>
                    <a:pt x="1669666" y="400681"/>
                    <a:pt x="1714199" y="361560"/>
                    <a:pt x="1754388" y="323525"/>
                  </a:cubicBezTo>
                  <a:cubicBezTo>
                    <a:pt x="1954246" y="136611"/>
                    <a:pt x="2041141" y="77929"/>
                    <a:pt x="2188862" y="25767"/>
                  </a:cubicBezTo>
                  <a:cubicBezTo>
                    <a:pt x="2255119" y="2946"/>
                    <a:pt x="2285532" y="-1401"/>
                    <a:pt x="2398495" y="-1401"/>
                  </a:cubicBezTo>
                  <a:cubicBezTo>
                    <a:pt x="2532096" y="-1401"/>
                    <a:pt x="2685248" y="23593"/>
                    <a:pt x="2763453" y="59455"/>
                  </a:cubicBezTo>
                  <a:cubicBezTo>
                    <a:pt x="2781918" y="68149"/>
                    <a:pt x="2801470" y="74669"/>
                    <a:pt x="2806901" y="74669"/>
                  </a:cubicBezTo>
                  <a:cubicBezTo>
                    <a:pt x="2819935" y="74669"/>
                    <a:pt x="2974173" y="174646"/>
                    <a:pt x="3007845" y="206161"/>
                  </a:cubicBezTo>
                  <a:cubicBezTo>
                    <a:pt x="3023051" y="220288"/>
                    <a:pt x="3066499" y="259409"/>
                    <a:pt x="3104515" y="292010"/>
                  </a:cubicBezTo>
                  <a:cubicBezTo>
                    <a:pt x="3252236" y="422416"/>
                    <a:pt x="3772518" y="892960"/>
                    <a:pt x="4184182" y="1270048"/>
                  </a:cubicBezTo>
                  <a:cubicBezTo>
                    <a:pt x="4423143" y="1488477"/>
                    <a:pt x="4633863" y="1680824"/>
                    <a:pt x="4652328" y="1697125"/>
                  </a:cubicBezTo>
                  <a:cubicBezTo>
                    <a:pt x="4765291" y="1797102"/>
                    <a:pt x="4798963" y="1835137"/>
                    <a:pt x="4792445" y="1853611"/>
                  </a:cubicBezTo>
                  <a:cubicBezTo>
                    <a:pt x="4785928" y="1873171"/>
                    <a:pt x="4646897" y="1967715"/>
                    <a:pt x="4566519" y="2007923"/>
                  </a:cubicBezTo>
                  <a:cubicBezTo>
                    <a:pt x="4543709" y="2019877"/>
                    <a:pt x="4500262" y="2034004"/>
                    <a:pt x="4470935" y="2040525"/>
                  </a:cubicBezTo>
                  <a:cubicBezTo>
                    <a:pt x="4404678" y="2054652"/>
                    <a:pt x="4230888" y="2054652"/>
                    <a:pt x="4179837" y="2040525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0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12" name="그림 11"/>
          <p:cNvPicPr preferRelativeResize="0"/>
          <p:nvPr/>
        </p:nvPicPr>
        <p:blipFill>
          <a:blip r:embed="rId4"/>
          <a:stretch>
            <a:fillRect/>
          </a:stretch>
        </p:blipFill>
        <p:spPr>
          <a:xfrm>
            <a:off x="9042000" y="5994000"/>
            <a:ext cx="864000" cy="864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/>
        </p:nvPicPr>
        <p:blipFill>
          <a:blip r:embed="rId2">
            <a:alphaModFix amt="5000"/>
          </a:blip>
          <a:stretch>
            <a:fillRect/>
          </a:stretch>
        </p:blipFill>
        <p:spPr>
          <a:xfrm>
            <a:off x="5074333" y="1973362"/>
            <a:ext cx="4831667" cy="4884023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3">
            <a:alphaModFix amt="50000"/>
          </a:blip>
          <a:srcRect t="26634" r="43529" b="5600"/>
          <a:stretch>
            <a:fillRect/>
          </a:stretch>
        </p:blipFill>
        <p:spPr>
          <a:xfrm>
            <a:off x="7247053" y="0"/>
            <a:ext cx="2668158" cy="42016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02" y="6538009"/>
            <a:ext cx="40035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kumimoji="1" lang="en-US" altLang="ko-KR" sz="1200" b="1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>We are </a:t>
            </a:r>
            <a:r>
              <a:rPr kumimoji="1" lang="en-US" altLang="ko-KR" sz="1200" b="1" u="none" dirty="0">
                <a:solidFill>
                  <a:srgbClr val="FF0000"/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>Ready</a:t>
            </a:r>
            <a:r>
              <a:rPr kumimoji="1" lang="en-US" altLang="ko-KR" sz="1200" b="1" u="none" dirty="0">
                <a:solidFill>
                  <a:schemeClr val="tx1">
                    <a:lumMod val="75000"/>
                    <a:lumOff val="25000"/>
                  </a:schemeClr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  <a:cs typeface="Arial" panose="020B0604020202020204" pitchFamily="34" charset="0"/>
              </a:rPr>
              <a:t>!!</a:t>
            </a:r>
          </a:p>
        </p:txBody>
      </p:sp>
      <p:sp>
        <p:nvSpPr>
          <p:cNvPr id="11" name="자유형: 도형 10"/>
          <p:cNvSpPr/>
          <p:nvPr/>
        </p:nvSpPr>
        <p:spPr>
          <a:xfrm>
            <a:off x="18288" y="17078"/>
            <a:ext cx="515112" cy="651548"/>
          </a:xfrm>
          <a:custGeom>
            <a:avLst/>
            <a:gdLst>
              <a:gd name="connsiteX0" fmla="*/ 0 w 1978090"/>
              <a:gd name="connsiteY0" fmla="*/ 0 h 2206113"/>
              <a:gd name="connsiteX1" fmla="*/ 1978090 w 1978090"/>
              <a:gd name="connsiteY1" fmla="*/ 0 h 2206113"/>
              <a:gd name="connsiteX2" fmla="*/ 1978090 w 1978090"/>
              <a:gd name="connsiteY2" fmla="*/ 292131 h 2206113"/>
              <a:gd name="connsiteX3" fmla="*/ 0 w 1978090"/>
              <a:gd name="connsiteY3" fmla="*/ 2206113 h 22061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78090" h="2206113">
                <a:moveTo>
                  <a:pt x="0" y="0"/>
                </a:moveTo>
                <a:lnTo>
                  <a:pt x="1978090" y="0"/>
                </a:lnTo>
                <a:lnTo>
                  <a:pt x="1978090" y="292131"/>
                </a:lnTo>
                <a:lnTo>
                  <a:pt x="0" y="2206113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22409" y="622906"/>
            <a:ext cx="9885600" cy="4571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직사각형 1"/>
          <p:cNvSpPr/>
          <p:nvPr/>
        </p:nvSpPr>
        <p:spPr>
          <a:xfrm>
            <a:off x="-869" y="6493213"/>
            <a:ext cx="9907200" cy="45719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7875956" y="6554656"/>
            <a:ext cx="20714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LG Smart UI SemiBold" panose="020B0700000101010101" pitchFamily="50" charset="-127"/>
                <a:ea typeface="LG Smart UI SemiBold" panose="020B0700000101010101" pitchFamily="50" charset="-127"/>
              </a:rPr>
              <a:t>TOP RUN AUTOMOTIVE INDIA</a:t>
            </a:r>
            <a:endParaRPr lang="ko-KR" altLang="en-US" sz="1000" b="1" dirty="0">
              <a:solidFill>
                <a:schemeClr val="tx1">
                  <a:lumMod val="75000"/>
                  <a:lumOff val="25000"/>
                </a:schemeClr>
              </a:solidFill>
              <a:latin typeface="LG Smart UI SemiBold" panose="020B0700000101010101" pitchFamily="50" charset="-127"/>
              <a:ea typeface="LG Smart UI SemiBold" panose="020B0700000101010101" pitchFamily="50" charset="-127"/>
            </a:endParaRPr>
          </a:p>
        </p:txBody>
      </p:sp>
      <p:grpSp>
        <p:nvGrpSpPr>
          <p:cNvPr id="3" name="그래픽 19"/>
          <p:cNvGrpSpPr/>
          <p:nvPr/>
        </p:nvGrpSpPr>
        <p:grpSpPr>
          <a:xfrm>
            <a:off x="7443956" y="6572158"/>
            <a:ext cx="432000" cy="252000"/>
            <a:chOff x="517786" y="995450"/>
            <a:chExt cx="8317659" cy="4943846"/>
          </a:xfrm>
          <a:solidFill>
            <a:srgbClr val="000000"/>
          </a:solidFill>
        </p:grpSpPr>
        <p:sp>
          <p:nvSpPr>
            <p:cNvPr id="4" name="자유형: 도형 3"/>
            <p:cNvSpPr/>
            <p:nvPr/>
          </p:nvSpPr>
          <p:spPr>
            <a:xfrm flipV="1">
              <a:off x="517786" y="995450"/>
              <a:ext cx="8317659" cy="4943846"/>
            </a:xfrm>
            <a:custGeom>
              <a:avLst/>
              <a:gdLst>
                <a:gd name="connsiteX0" fmla="*/ 4849519 w 8317659"/>
                <a:gd name="connsiteY0" fmla="*/ 4919411 h 4943846"/>
                <a:gd name="connsiteX1" fmla="*/ 4735470 w 8317659"/>
                <a:gd name="connsiteY1" fmla="*/ 4890070 h 4943846"/>
                <a:gd name="connsiteX2" fmla="*/ 4681161 w 8317659"/>
                <a:gd name="connsiteY2" fmla="*/ 4871596 h 4943846"/>
                <a:gd name="connsiteX3" fmla="*/ 4305341 w 8317659"/>
                <a:gd name="connsiteY3" fmla="*/ 4672728 h 4943846"/>
                <a:gd name="connsiteX4" fmla="*/ 3978400 w 8317659"/>
                <a:gd name="connsiteY4" fmla="*/ 4393444 h 4943846"/>
                <a:gd name="connsiteX5" fmla="*/ 3671009 w 8317659"/>
                <a:gd name="connsiteY5" fmla="*/ 4116333 h 4943846"/>
                <a:gd name="connsiteX6" fmla="*/ 3562391 w 8317659"/>
                <a:gd name="connsiteY6" fmla="*/ 4018529 h 4943846"/>
                <a:gd name="connsiteX7" fmla="*/ 3350585 w 8317659"/>
                <a:gd name="connsiteY7" fmla="*/ 3828355 h 4943846"/>
                <a:gd name="connsiteX8" fmla="*/ 3246311 w 8317659"/>
                <a:gd name="connsiteY8" fmla="*/ 3735985 h 4943846"/>
                <a:gd name="connsiteX9" fmla="*/ 3143124 w 8317659"/>
                <a:gd name="connsiteY9" fmla="*/ 3643615 h 4943846"/>
                <a:gd name="connsiteX10" fmla="*/ 3008437 w 8317659"/>
                <a:gd name="connsiteY10" fmla="*/ 3524077 h 4943846"/>
                <a:gd name="connsiteX11" fmla="*/ 2770563 w 8317659"/>
                <a:gd name="connsiteY11" fmla="*/ 3305649 h 4943846"/>
                <a:gd name="connsiteX12" fmla="*/ 2378450 w 8317659"/>
                <a:gd name="connsiteY12" fmla="*/ 2947035 h 4943846"/>
                <a:gd name="connsiteX13" fmla="*/ 2006975 w 8317659"/>
                <a:gd name="connsiteY13" fmla="*/ 2610155 h 4943846"/>
                <a:gd name="connsiteX14" fmla="*/ 1976562 w 8317659"/>
                <a:gd name="connsiteY14" fmla="*/ 2566687 h 4943846"/>
                <a:gd name="connsiteX15" fmla="*/ 2083008 w 8317659"/>
                <a:gd name="connsiteY15" fmla="*/ 2458016 h 4943846"/>
                <a:gd name="connsiteX16" fmla="*/ 2454483 w 8317659"/>
                <a:gd name="connsiteY16" fmla="*/ 2146131 h 4943846"/>
                <a:gd name="connsiteX17" fmla="*/ 2541378 w 8317659"/>
                <a:gd name="connsiteY17" fmla="*/ 2074408 h 4943846"/>
                <a:gd name="connsiteX18" fmla="*/ 2611980 w 8317659"/>
                <a:gd name="connsiteY18" fmla="*/ 2012465 h 4943846"/>
                <a:gd name="connsiteX19" fmla="*/ 2709736 w 8317659"/>
                <a:gd name="connsiteY19" fmla="*/ 1936396 h 4943846"/>
                <a:gd name="connsiteX20" fmla="*/ 2823786 w 8317659"/>
                <a:gd name="connsiteY20" fmla="*/ 1847286 h 4943846"/>
                <a:gd name="connsiteX21" fmla="*/ 2937835 w 8317659"/>
                <a:gd name="connsiteY21" fmla="*/ 1777736 h 4943846"/>
                <a:gd name="connsiteX22" fmla="*/ 3165934 w 8317659"/>
                <a:gd name="connsiteY22" fmla="*/ 1727748 h 4943846"/>
                <a:gd name="connsiteX23" fmla="*/ 3489617 w 8317659"/>
                <a:gd name="connsiteY23" fmla="*/ 1773390 h 4943846"/>
                <a:gd name="connsiteX24" fmla="*/ 4070725 w 8317659"/>
                <a:gd name="connsiteY24" fmla="*/ 2249368 h 4943846"/>
                <a:gd name="connsiteX25" fmla="*/ 4298824 w 8317659"/>
                <a:gd name="connsiteY25" fmla="*/ 2446062 h 4943846"/>
                <a:gd name="connsiteX26" fmla="*/ 4501940 w 8317659"/>
                <a:gd name="connsiteY26" fmla="*/ 2622109 h 4943846"/>
                <a:gd name="connsiteX27" fmla="*/ 4670299 w 8317659"/>
                <a:gd name="connsiteY27" fmla="*/ 2768815 h 4943846"/>
                <a:gd name="connsiteX28" fmla="*/ 4791952 w 8317659"/>
                <a:gd name="connsiteY28" fmla="*/ 2872052 h 4943846"/>
                <a:gd name="connsiteX29" fmla="*/ 5075446 w 8317659"/>
                <a:gd name="connsiteY29" fmla="*/ 2975289 h 4943846"/>
                <a:gd name="connsiteX30" fmla="*/ 5294855 w 8317659"/>
                <a:gd name="connsiteY30" fmla="*/ 2923127 h 4943846"/>
                <a:gd name="connsiteX31" fmla="*/ 5621796 w 8317659"/>
                <a:gd name="connsiteY31" fmla="*/ 2654710 h 4943846"/>
                <a:gd name="connsiteX32" fmla="*/ 5786896 w 8317659"/>
                <a:gd name="connsiteY32" fmla="*/ 2502571 h 4943846"/>
                <a:gd name="connsiteX33" fmla="*/ 5941135 w 8317659"/>
                <a:gd name="connsiteY33" fmla="*/ 2343912 h 4943846"/>
                <a:gd name="connsiteX34" fmla="*/ 5814051 w 8317659"/>
                <a:gd name="connsiteY34" fmla="*/ 2213507 h 4943846"/>
                <a:gd name="connsiteX35" fmla="*/ 5256839 w 8317659"/>
                <a:gd name="connsiteY35" fmla="*/ 1714707 h 4943846"/>
                <a:gd name="connsiteX36" fmla="*/ 5126496 w 8317659"/>
                <a:gd name="connsiteY36" fmla="*/ 1599516 h 4943846"/>
                <a:gd name="connsiteX37" fmla="*/ 5054808 w 8317659"/>
                <a:gd name="connsiteY37" fmla="*/ 1535400 h 4943846"/>
                <a:gd name="connsiteX38" fmla="*/ 4946190 w 8317659"/>
                <a:gd name="connsiteY38" fmla="*/ 1436510 h 4943846"/>
                <a:gd name="connsiteX39" fmla="*/ 4843002 w 8317659"/>
                <a:gd name="connsiteY39" fmla="*/ 1344140 h 4943846"/>
                <a:gd name="connsiteX40" fmla="*/ 4747418 w 8317659"/>
                <a:gd name="connsiteY40" fmla="*/ 1258290 h 4943846"/>
                <a:gd name="connsiteX41" fmla="*/ 4637714 w 8317659"/>
                <a:gd name="connsiteY41" fmla="*/ 1160486 h 4943846"/>
                <a:gd name="connsiteX42" fmla="*/ 4533440 w 8317659"/>
                <a:gd name="connsiteY42" fmla="*/ 1068116 h 4943846"/>
                <a:gd name="connsiteX43" fmla="*/ 4316203 w 8317659"/>
                <a:gd name="connsiteY43" fmla="*/ 872508 h 4943846"/>
                <a:gd name="connsiteX44" fmla="*/ 4229308 w 8317659"/>
                <a:gd name="connsiteY44" fmla="*/ 795352 h 4943846"/>
                <a:gd name="connsiteX45" fmla="*/ 4052260 w 8317659"/>
                <a:gd name="connsiteY45" fmla="*/ 637779 h 4943846"/>
                <a:gd name="connsiteX46" fmla="*/ 3667751 w 8317659"/>
                <a:gd name="connsiteY46" fmla="*/ 342194 h 4943846"/>
                <a:gd name="connsiteX47" fmla="*/ 3258259 w 8317659"/>
                <a:gd name="connsiteY47" fmla="*/ 234610 h 4943846"/>
                <a:gd name="connsiteX48" fmla="*/ 2947611 w 8317659"/>
                <a:gd name="connsiteY48" fmla="*/ 281339 h 4943846"/>
                <a:gd name="connsiteX49" fmla="*/ 2920456 w 8317659"/>
                <a:gd name="connsiteY49" fmla="*/ 291119 h 4943846"/>
                <a:gd name="connsiteX50" fmla="*/ 2721684 w 8317659"/>
                <a:gd name="connsiteY50" fmla="*/ 382403 h 4943846"/>
                <a:gd name="connsiteX51" fmla="*/ 2401260 w 8317659"/>
                <a:gd name="connsiteY51" fmla="*/ 649733 h 4943846"/>
                <a:gd name="connsiteX52" fmla="*/ 2111249 w 8317659"/>
                <a:gd name="connsiteY52" fmla="*/ 905109 h 4943846"/>
                <a:gd name="connsiteX53" fmla="*/ 1661569 w 8317659"/>
                <a:gd name="connsiteY53" fmla="*/ 1306105 h 4943846"/>
                <a:gd name="connsiteX54" fmla="*/ 1372644 w 8317659"/>
                <a:gd name="connsiteY54" fmla="*/ 1568002 h 4943846"/>
                <a:gd name="connsiteX55" fmla="*/ 1297697 w 8317659"/>
                <a:gd name="connsiteY55" fmla="*/ 1633204 h 4943846"/>
                <a:gd name="connsiteX56" fmla="*/ 1190165 w 8317659"/>
                <a:gd name="connsiteY56" fmla="*/ 1731008 h 4943846"/>
                <a:gd name="connsiteX57" fmla="*/ 1064167 w 8317659"/>
                <a:gd name="connsiteY57" fmla="*/ 1845112 h 4943846"/>
                <a:gd name="connsiteX58" fmla="*/ 954463 w 8317659"/>
                <a:gd name="connsiteY58" fmla="*/ 1942916 h 4943846"/>
                <a:gd name="connsiteX59" fmla="*/ 855620 w 8317659"/>
                <a:gd name="connsiteY59" fmla="*/ 2030939 h 4943846"/>
                <a:gd name="connsiteX60" fmla="*/ 531937 w 8317659"/>
                <a:gd name="connsiteY60" fmla="*/ 2322177 h 4943846"/>
                <a:gd name="connsiteX61" fmla="*/ 438525 w 8317659"/>
                <a:gd name="connsiteY61" fmla="*/ 2408027 h 4943846"/>
                <a:gd name="connsiteX62" fmla="*/ 349458 w 8317659"/>
                <a:gd name="connsiteY62" fmla="*/ 2486270 h 4943846"/>
                <a:gd name="connsiteX63" fmla="*/ 176755 w 8317659"/>
                <a:gd name="connsiteY63" fmla="*/ 2486270 h 4943846"/>
                <a:gd name="connsiteX64" fmla="*/ -3552 w 8317659"/>
                <a:gd name="connsiteY64" fmla="*/ 2479750 h 4943846"/>
                <a:gd name="connsiteX65" fmla="*/ 46413 w 8317659"/>
                <a:gd name="connsiteY65" fmla="*/ 2422155 h 4943846"/>
                <a:gd name="connsiteX66" fmla="*/ 233236 w 8317659"/>
                <a:gd name="connsiteY66" fmla="*/ 2253715 h 4943846"/>
                <a:gd name="connsiteX67" fmla="*/ 552574 w 8317659"/>
                <a:gd name="connsiteY67" fmla="*/ 1964650 h 4943846"/>
                <a:gd name="connsiteX68" fmla="*/ 666624 w 8317659"/>
                <a:gd name="connsiteY68" fmla="*/ 1861413 h 4943846"/>
                <a:gd name="connsiteX69" fmla="*/ 781759 w 8317659"/>
                <a:gd name="connsiteY69" fmla="*/ 1758176 h 4943846"/>
                <a:gd name="connsiteX70" fmla="*/ 1009858 w 8317659"/>
                <a:gd name="connsiteY70" fmla="*/ 1551701 h 4943846"/>
                <a:gd name="connsiteX71" fmla="*/ 1119563 w 8317659"/>
                <a:gd name="connsiteY71" fmla="*/ 1453897 h 4943846"/>
                <a:gd name="connsiteX72" fmla="*/ 1242301 w 8317659"/>
                <a:gd name="connsiteY72" fmla="*/ 1344140 h 4943846"/>
                <a:gd name="connsiteX73" fmla="*/ 1330282 w 8317659"/>
                <a:gd name="connsiteY73" fmla="*/ 1263723 h 4943846"/>
                <a:gd name="connsiteX74" fmla="*/ 1444332 w 8317659"/>
                <a:gd name="connsiteY74" fmla="*/ 1161573 h 4943846"/>
                <a:gd name="connsiteX75" fmla="*/ 1645276 w 8317659"/>
                <a:gd name="connsiteY75" fmla="*/ 981179 h 4943846"/>
                <a:gd name="connsiteX76" fmla="*/ 2518568 w 8317659"/>
                <a:gd name="connsiteY76" fmla="*/ 217223 h 4943846"/>
                <a:gd name="connsiteX77" fmla="*/ 3196347 w 8317659"/>
                <a:gd name="connsiteY77" fmla="*/ -2292 h 4943846"/>
                <a:gd name="connsiteX78" fmla="*/ 3654717 w 8317659"/>
                <a:gd name="connsiteY78" fmla="*/ 72691 h 4943846"/>
                <a:gd name="connsiteX79" fmla="*/ 3879557 w 8317659"/>
                <a:gd name="connsiteY79" fmla="*/ 184622 h 4943846"/>
                <a:gd name="connsiteX80" fmla="*/ 4317289 w 8317659"/>
                <a:gd name="connsiteY80" fmla="*/ 550842 h 4943846"/>
                <a:gd name="connsiteX81" fmla="*/ 4702885 w 8317659"/>
                <a:gd name="connsiteY81" fmla="*/ 899676 h 4943846"/>
                <a:gd name="connsiteX82" fmla="*/ 4811503 w 8317659"/>
                <a:gd name="connsiteY82" fmla="*/ 997480 h 4943846"/>
                <a:gd name="connsiteX83" fmla="*/ 4902742 w 8317659"/>
                <a:gd name="connsiteY83" fmla="*/ 1078983 h 4943846"/>
                <a:gd name="connsiteX84" fmla="*/ 5007016 w 8317659"/>
                <a:gd name="connsiteY84" fmla="*/ 1171353 h 4943846"/>
                <a:gd name="connsiteX85" fmla="*/ 5122152 w 8317659"/>
                <a:gd name="connsiteY85" fmla="*/ 1274590 h 4943846"/>
                <a:gd name="connsiteX86" fmla="*/ 5240546 w 8317659"/>
                <a:gd name="connsiteY86" fmla="*/ 1378914 h 4943846"/>
                <a:gd name="connsiteX87" fmla="*/ 6291972 w 8317659"/>
                <a:gd name="connsiteY87" fmla="*/ 2298270 h 4943846"/>
                <a:gd name="connsiteX88" fmla="*/ 6314782 w 8317659"/>
                <a:gd name="connsiteY88" fmla="*/ 2338478 h 4943846"/>
                <a:gd name="connsiteX89" fmla="*/ 5594642 w 8317659"/>
                <a:gd name="connsiteY89" fmla="*/ 2975289 h 4943846"/>
                <a:gd name="connsiteX90" fmla="*/ 5515350 w 8317659"/>
                <a:gd name="connsiteY90" fmla="*/ 3042665 h 4943846"/>
                <a:gd name="connsiteX91" fmla="*/ 5190581 w 8317659"/>
                <a:gd name="connsiteY91" fmla="*/ 3171983 h 4943846"/>
                <a:gd name="connsiteX92" fmla="*/ 4963569 w 8317659"/>
                <a:gd name="connsiteY92" fmla="*/ 3173070 h 4943846"/>
                <a:gd name="connsiteX93" fmla="*/ 4321634 w 8317659"/>
                <a:gd name="connsiteY93" fmla="*/ 2747080 h 4943846"/>
                <a:gd name="connsiteX94" fmla="*/ 4044657 w 8317659"/>
                <a:gd name="connsiteY94" fmla="*/ 2502571 h 4943846"/>
                <a:gd name="connsiteX95" fmla="*/ 3763335 w 8317659"/>
                <a:gd name="connsiteY95" fmla="*/ 2258062 h 4943846"/>
                <a:gd name="connsiteX96" fmla="*/ 3301707 w 8317659"/>
                <a:gd name="connsiteY96" fmla="*/ 1946176 h 4943846"/>
                <a:gd name="connsiteX97" fmla="*/ 2886784 w 8317659"/>
                <a:gd name="connsiteY97" fmla="*/ 2076581 h 4943846"/>
                <a:gd name="connsiteX98" fmla="*/ 2807493 w 8317659"/>
                <a:gd name="connsiteY98" fmla="*/ 2143957 h 4943846"/>
                <a:gd name="connsiteX99" fmla="*/ 2724943 w 8317659"/>
                <a:gd name="connsiteY99" fmla="*/ 2213507 h 4943846"/>
                <a:gd name="connsiteX100" fmla="*/ 2648910 w 8317659"/>
                <a:gd name="connsiteY100" fmla="*/ 2279796 h 4943846"/>
                <a:gd name="connsiteX101" fmla="*/ 2541378 w 8317659"/>
                <a:gd name="connsiteY101" fmla="*/ 2372166 h 4943846"/>
                <a:gd name="connsiteX102" fmla="*/ 2342606 w 8317659"/>
                <a:gd name="connsiteY102" fmla="*/ 2540606 h 4943846"/>
                <a:gd name="connsiteX103" fmla="*/ 2981282 w 8317659"/>
                <a:gd name="connsiteY103" fmla="*/ 3198064 h 4943846"/>
                <a:gd name="connsiteX104" fmla="*/ 3306052 w 8317659"/>
                <a:gd name="connsiteY104" fmla="*/ 3491476 h 4943846"/>
                <a:gd name="connsiteX105" fmla="*/ 3383171 w 8317659"/>
                <a:gd name="connsiteY105" fmla="*/ 3556678 h 4943846"/>
                <a:gd name="connsiteX106" fmla="*/ 3470065 w 8317659"/>
                <a:gd name="connsiteY106" fmla="*/ 3632748 h 4943846"/>
                <a:gd name="connsiteX107" fmla="*/ 3567822 w 8317659"/>
                <a:gd name="connsiteY107" fmla="*/ 3719685 h 4943846"/>
                <a:gd name="connsiteX108" fmla="*/ 3827420 w 8317659"/>
                <a:gd name="connsiteY108" fmla="*/ 3947893 h 4943846"/>
                <a:gd name="connsiteX109" fmla="*/ 3915401 w 8317659"/>
                <a:gd name="connsiteY109" fmla="*/ 4023963 h 4943846"/>
                <a:gd name="connsiteX110" fmla="*/ 4072898 w 8317659"/>
                <a:gd name="connsiteY110" fmla="*/ 4159802 h 4943846"/>
                <a:gd name="connsiteX111" fmla="*/ 4203240 w 8317659"/>
                <a:gd name="connsiteY111" fmla="*/ 4273906 h 4943846"/>
                <a:gd name="connsiteX112" fmla="*/ 4295565 w 8317659"/>
                <a:gd name="connsiteY112" fmla="*/ 4356496 h 4943846"/>
                <a:gd name="connsiteX113" fmla="*/ 4617076 w 8317659"/>
                <a:gd name="connsiteY113" fmla="*/ 4603179 h 4943846"/>
                <a:gd name="connsiteX114" fmla="*/ 4862554 w 8317659"/>
                <a:gd name="connsiteY114" fmla="*/ 4696636 h 4943846"/>
                <a:gd name="connsiteX115" fmla="*/ 5289424 w 8317659"/>
                <a:gd name="connsiteY115" fmla="*/ 4697722 h 4943846"/>
                <a:gd name="connsiteX116" fmla="*/ 5664158 w 8317659"/>
                <a:gd name="connsiteY116" fmla="*/ 4521676 h 4943846"/>
                <a:gd name="connsiteX117" fmla="*/ 5908549 w 8317659"/>
                <a:gd name="connsiteY117" fmla="*/ 4307594 h 4943846"/>
                <a:gd name="connsiteX118" fmla="*/ 6190957 w 8317659"/>
                <a:gd name="connsiteY118" fmla="*/ 4057651 h 4943846"/>
                <a:gd name="connsiteX119" fmla="*/ 6314782 w 8317659"/>
                <a:gd name="connsiteY119" fmla="*/ 3947893 h 4943846"/>
                <a:gd name="connsiteX120" fmla="*/ 6396246 w 8317659"/>
                <a:gd name="connsiteY120" fmla="*/ 3876171 h 4943846"/>
                <a:gd name="connsiteX121" fmla="*/ 6494002 w 8317659"/>
                <a:gd name="connsiteY121" fmla="*/ 3789234 h 4943846"/>
                <a:gd name="connsiteX122" fmla="*/ 6609138 w 8317659"/>
                <a:gd name="connsiteY122" fmla="*/ 3687083 h 4943846"/>
                <a:gd name="connsiteX123" fmla="*/ 6717756 w 8317659"/>
                <a:gd name="connsiteY123" fmla="*/ 3589280 h 4943846"/>
                <a:gd name="connsiteX124" fmla="*/ 6814427 w 8317659"/>
                <a:gd name="connsiteY124" fmla="*/ 3502343 h 4943846"/>
                <a:gd name="connsiteX125" fmla="*/ 6880684 w 8317659"/>
                <a:gd name="connsiteY125" fmla="*/ 3443661 h 4943846"/>
                <a:gd name="connsiteX126" fmla="*/ 7026233 w 8317659"/>
                <a:gd name="connsiteY126" fmla="*/ 3313256 h 4943846"/>
                <a:gd name="connsiteX127" fmla="*/ 7353174 w 8317659"/>
                <a:gd name="connsiteY127" fmla="*/ 3017671 h 4943846"/>
                <a:gd name="connsiteX128" fmla="*/ 7889749 w 8317659"/>
                <a:gd name="connsiteY128" fmla="*/ 2532999 h 4943846"/>
                <a:gd name="connsiteX129" fmla="*/ 7963610 w 8317659"/>
                <a:gd name="connsiteY129" fmla="*/ 2464536 h 4943846"/>
                <a:gd name="connsiteX130" fmla="*/ 8141744 w 8317659"/>
                <a:gd name="connsiteY130" fmla="*/ 2464536 h 4943846"/>
                <a:gd name="connsiteX131" fmla="*/ 8313361 w 8317659"/>
                <a:gd name="connsiteY131" fmla="*/ 2479750 h 4943846"/>
                <a:gd name="connsiteX132" fmla="*/ 8159123 w 8317659"/>
                <a:gd name="connsiteY132" fmla="*/ 2629716 h 4943846"/>
                <a:gd name="connsiteX133" fmla="*/ 7771355 w 8317659"/>
                <a:gd name="connsiteY133" fmla="*/ 2979636 h 4943846"/>
                <a:gd name="connsiteX134" fmla="*/ 7446586 w 8317659"/>
                <a:gd name="connsiteY134" fmla="*/ 3273047 h 4943846"/>
                <a:gd name="connsiteX135" fmla="*/ 7348829 w 8317659"/>
                <a:gd name="connsiteY135" fmla="*/ 3361071 h 4943846"/>
                <a:gd name="connsiteX136" fmla="*/ 7126162 w 8317659"/>
                <a:gd name="connsiteY136" fmla="*/ 3562112 h 4943846"/>
                <a:gd name="connsiteX137" fmla="*/ 7017543 w 8317659"/>
                <a:gd name="connsiteY137" fmla="*/ 3659916 h 4943846"/>
                <a:gd name="connsiteX138" fmla="*/ 6891546 w 8317659"/>
                <a:gd name="connsiteY138" fmla="*/ 3774020 h 4943846"/>
                <a:gd name="connsiteX139" fmla="*/ 6756859 w 8317659"/>
                <a:gd name="connsiteY139" fmla="*/ 3893558 h 4943846"/>
                <a:gd name="connsiteX140" fmla="*/ 6673223 w 8317659"/>
                <a:gd name="connsiteY140" fmla="*/ 3969628 h 4943846"/>
                <a:gd name="connsiteX141" fmla="*/ 6559173 w 8317659"/>
                <a:gd name="connsiteY141" fmla="*/ 4072865 h 4943846"/>
                <a:gd name="connsiteX142" fmla="*/ 6344109 w 8317659"/>
                <a:gd name="connsiteY142" fmla="*/ 4267386 h 4943846"/>
                <a:gd name="connsiteX143" fmla="*/ 6114924 w 8317659"/>
                <a:gd name="connsiteY143" fmla="*/ 4468427 h 4943846"/>
                <a:gd name="connsiteX144" fmla="*/ 6017167 w 8317659"/>
                <a:gd name="connsiteY144" fmla="*/ 4551017 h 4943846"/>
                <a:gd name="connsiteX145" fmla="*/ 5767345 w 8317659"/>
                <a:gd name="connsiteY145" fmla="*/ 4753144 h 4943846"/>
                <a:gd name="connsiteX146" fmla="*/ 5376319 w 8317659"/>
                <a:gd name="connsiteY146" fmla="*/ 4920498 h 4943846"/>
                <a:gd name="connsiteX147" fmla="*/ 4849519 w 8317659"/>
                <a:gd name="connsiteY147" fmla="*/ 4919411 h 49438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</a:cxnLst>
              <a:rect l="l" t="t" r="r" b="b"/>
              <a:pathLst>
                <a:path w="8317659" h="4943846">
                  <a:moveTo>
                    <a:pt x="4849519" y="4919411"/>
                  </a:moveTo>
                  <a:cubicBezTo>
                    <a:pt x="4796296" y="4908544"/>
                    <a:pt x="4744160" y="4895503"/>
                    <a:pt x="4735470" y="4890070"/>
                  </a:cubicBezTo>
                  <a:cubicBezTo>
                    <a:pt x="4725694" y="4884636"/>
                    <a:pt x="4701798" y="4875943"/>
                    <a:pt x="4681161" y="4871596"/>
                  </a:cubicBezTo>
                  <a:cubicBezTo>
                    <a:pt x="4614904" y="4858555"/>
                    <a:pt x="4407442" y="4748798"/>
                    <a:pt x="4305341" y="4672728"/>
                  </a:cubicBezTo>
                  <a:cubicBezTo>
                    <a:pt x="4251032" y="4632520"/>
                    <a:pt x="4103311" y="4507548"/>
                    <a:pt x="3978400" y="4393444"/>
                  </a:cubicBezTo>
                  <a:cubicBezTo>
                    <a:pt x="3853488" y="4280426"/>
                    <a:pt x="3715543" y="4155455"/>
                    <a:pt x="3671009" y="4116333"/>
                  </a:cubicBezTo>
                  <a:cubicBezTo>
                    <a:pt x="3627562" y="4077212"/>
                    <a:pt x="3577598" y="4033743"/>
                    <a:pt x="3562391" y="4018529"/>
                  </a:cubicBezTo>
                  <a:cubicBezTo>
                    <a:pt x="3502651" y="3962021"/>
                    <a:pt x="3411411" y="3880517"/>
                    <a:pt x="3350585" y="3828355"/>
                  </a:cubicBezTo>
                  <a:cubicBezTo>
                    <a:pt x="3314741" y="3799014"/>
                    <a:pt x="3268035" y="3756633"/>
                    <a:pt x="3246311" y="3735985"/>
                  </a:cubicBezTo>
                  <a:cubicBezTo>
                    <a:pt x="3224588" y="3715338"/>
                    <a:pt x="3177882" y="3674043"/>
                    <a:pt x="3143124" y="3643615"/>
                  </a:cubicBezTo>
                  <a:cubicBezTo>
                    <a:pt x="3108366" y="3614274"/>
                    <a:pt x="3047540" y="3559938"/>
                    <a:pt x="3008437" y="3524077"/>
                  </a:cubicBezTo>
                  <a:cubicBezTo>
                    <a:pt x="2933490" y="3454528"/>
                    <a:pt x="2868319" y="3394759"/>
                    <a:pt x="2770563" y="3305649"/>
                  </a:cubicBezTo>
                  <a:cubicBezTo>
                    <a:pt x="2615238" y="3164377"/>
                    <a:pt x="2432759" y="2998110"/>
                    <a:pt x="2378450" y="2947035"/>
                  </a:cubicBezTo>
                  <a:cubicBezTo>
                    <a:pt x="2226384" y="2805763"/>
                    <a:pt x="2033044" y="2630803"/>
                    <a:pt x="2006975" y="2610155"/>
                  </a:cubicBezTo>
                  <a:cubicBezTo>
                    <a:pt x="1989596" y="2597115"/>
                    <a:pt x="1976562" y="2577554"/>
                    <a:pt x="1976562" y="2566687"/>
                  </a:cubicBezTo>
                  <a:cubicBezTo>
                    <a:pt x="1976562" y="2553646"/>
                    <a:pt x="2018923" y="2511265"/>
                    <a:pt x="2083008" y="2458016"/>
                  </a:cubicBezTo>
                  <a:cubicBezTo>
                    <a:pt x="2279607" y="2292836"/>
                    <a:pt x="2427329" y="2170038"/>
                    <a:pt x="2454483" y="2146131"/>
                  </a:cubicBezTo>
                  <a:cubicBezTo>
                    <a:pt x="2469690" y="2133090"/>
                    <a:pt x="2508792" y="2100489"/>
                    <a:pt x="2541378" y="2074408"/>
                  </a:cubicBezTo>
                  <a:cubicBezTo>
                    <a:pt x="2573963" y="2047240"/>
                    <a:pt x="2606549" y="2020072"/>
                    <a:pt x="2611980" y="2012465"/>
                  </a:cubicBezTo>
                  <a:cubicBezTo>
                    <a:pt x="2618497" y="2005945"/>
                    <a:pt x="2661944" y="1971171"/>
                    <a:pt x="2709736" y="1936396"/>
                  </a:cubicBezTo>
                  <a:cubicBezTo>
                    <a:pt x="2757529" y="1900534"/>
                    <a:pt x="2808579" y="1861413"/>
                    <a:pt x="2823786" y="1847286"/>
                  </a:cubicBezTo>
                  <a:cubicBezTo>
                    <a:pt x="2838992" y="1834245"/>
                    <a:pt x="2890043" y="1802731"/>
                    <a:pt x="2937835" y="1777736"/>
                  </a:cubicBezTo>
                  <a:cubicBezTo>
                    <a:pt x="3024730" y="1732095"/>
                    <a:pt x="3024730" y="1732095"/>
                    <a:pt x="3165934" y="1727748"/>
                  </a:cubicBezTo>
                  <a:cubicBezTo>
                    <a:pt x="3325603" y="1722314"/>
                    <a:pt x="3405980" y="1734268"/>
                    <a:pt x="3489617" y="1773390"/>
                  </a:cubicBezTo>
                  <a:cubicBezTo>
                    <a:pt x="3540667" y="1798384"/>
                    <a:pt x="3709026" y="1935309"/>
                    <a:pt x="4070725" y="2249368"/>
                  </a:cubicBezTo>
                  <a:cubicBezTo>
                    <a:pt x="4127207" y="2297183"/>
                    <a:pt x="4229308" y="2386293"/>
                    <a:pt x="4298824" y="2446062"/>
                  </a:cubicBezTo>
                  <a:cubicBezTo>
                    <a:pt x="4369426" y="2505831"/>
                    <a:pt x="4460665" y="2585161"/>
                    <a:pt x="4501940" y="2622109"/>
                  </a:cubicBezTo>
                  <a:cubicBezTo>
                    <a:pt x="4544302" y="2659057"/>
                    <a:pt x="4619248" y="2725346"/>
                    <a:pt x="4670299" y="2768815"/>
                  </a:cubicBezTo>
                  <a:cubicBezTo>
                    <a:pt x="4721350" y="2811196"/>
                    <a:pt x="4775659" y="2859011"/>
                    <a:pt x="4791952" y="2872052"/>
                  </a:cubicBezTo>
                  <a:cubicBezTo>
                    <a:pt x="4854950" y="2928561"/>
                    <a:pt x="4985292" y="2975289"/>
                    <a:pt x="5075446" y="2975289"/>
                  </a:cubicBezTo>
                  <a:cubicBezTo>
                    <a:pt x="5137358" y="2975289"/>
                    <a:pt x="5247063" y="2949208"/>
                    <a:pt x="5294855" y="2923127"/>
                  </a:cubicBezTo>
                  <a:cubicBezTo>
                    <a:pt x="5349164" y="2892699"/>
                    <a:pt x="5479506" y="2786202"/>
                    <a:pt x="5621796" y="2654710"/>
                  </a:cubicBezTo>
                  <a:cubicBezTo>
                    <a:pt x="5628314" y="2649277"/>
                    <a:pt x="5702174" y="2580814"/>
                    <a:pt x="5786896" y="2502571"/>
                  </a:cubicBezTo>
                  <a:cubicBezTo>
                    <a:pt x="5871619" y="2425415"/>
                    <a:pt x="5941135" y="2353692"/>
                    <a:pt x="5941135" y="2343912"/>
                  </a:cubicBezTo>
                  <a:cubicBezTo>
                    <a:pt x="5941135" y="2334131"/>
                    <a:pt x="5883567" y="2275449"/>
                    <a:pt x="5814051" y="2213507"/>
                  </a:cubicBezTo>
                  <a:cubicBezTo>
                    <a:pt x="5680450" y="2096142"/>
                    <a:pt x="5416508" y="1859240"/>
                    <a:pt x="5256839" y="1714707"/>
                  </a:cubicBezTo>
                  <a:cubicBezTo>
                    <a:pt x="5205788" y="1667979"/>
                    <a:pt x="5147134" y="1616904"/>
                    <a:pt x="5126496" y="1599516"/>
                  </a:cubicBezTo>
                  <a:cubicBezTo>
                    <a:pt x="5105859" y="1582129"/>
                    <a:pt x="5073273" y="1553874"/>
                    <a:pt x="5054808" y="1535400"/>
                  </a:cubicBezTo>
                  <a:cubicBezTo>
                    <a:pt x="5036343" y="1518013"/>
                    <a:pt x="4987465" y="1472371"/>
                    <a:pt x="4946190" y="1436510"/>
                  </a:cubicBezTo>
                  <a:cubicBezTo>
                    <a:pt x="4904915" y="1399562"/>
                    <a:pt x="4858209" y="1358267"/>
                    <a:pt x="4843002" y="1344140"/>
                  </a:cubicBezTo>
                  <a:cubicBezTo>
                    <a:pt x="4827796" y="1330013"/>
                    <a:pt x="4784348" y="1290891"/>
                    <a:pt x="4747418" y="1258290"/>
                  </a:cubicBezTo>
                  <a:cubicBezTo>
                    <a:pt x="4709402" y="1225689"/>
                    <a:pt x="4660523" y="1181133"/>
                    <a:pt x="4637714" y="1160486"/>
                  </a:cubicBezTo>
                  <a:cubicBezTo>
                    <a:pt x="4614904" y="1139839"/>
                    <a:pt x="4568198" y="1098544"/>
                    <a:pt x="4533440" y="1068116"/>
                  </a:cubicBezTo>
                  <a:cubicBezTo>
                    <a:pt x="4482389" y="1023561"/>
                    <a:pt x="4386805" y="937711"/>
                    <a:pt x="4316203" y="872508"/>
                  </a:cubicBezTo>
                  <a:cubicBezTo>
                    <a:pt x="4309686" y="867075"/>
                    <a:pt x="4270583" y="832300"/>
                    <a:pt x="4229308" y="795352"/>
                  </a:cubicBezTo>
                  <a:cubicBezTo>
                    <a:pt x="4188033" y="758404"/>
                    <a:pt x="4108742" y="687768"/>
                    <a:pt x="4052260" y="637779"/>
                  </a:cubicBezTo>
                  <a:cubicBezTo>
                    <a:pt x="3900194" y="500854"/>
                    <a:pt x="3738353" y="375882"/>
                    <a:pt x="3667751" y="342194"/>
                  </a:cubicBezTo>
                  <a:cubicBezTo>
                    <a:pt x="3539581" y="280252"/>
                    <a:pt x="3365792" y="234610"/>
                    <a:pt x="3258259" y="234610"/>
                  </a:cubicBezTo>
                  <a:cubicBezTo>
                    <a:pt x="3165934" y="235697"/>
                    <a:pt x="2957386" y="267212"/>
                    <a:pt x="2947611" y="281339"/>
                  </a:cubicBezTo>
                  <a:cubicBezTo>
                    <a:pt x="2944352" y="286772"/>
                    <a:pt x="2932404" y="291119"/>
                    <a:pt x="2920456" y="291119"/>
                  </a:cubicBezTo>
                  <a:cubicBezTo>
                    <a:pt x="2887871" y="291119"/>
                    <a:pt x="2794459" y="333501"/>
                    <a:pt x="2721684" y="382403"/>
                  </a:cubicBezTo>
                  <a:cubicBezTo>
                    <a:pt x="2647824" y="430218"/>
                    <a:pt x="2657600" y="423698"/>
                    <a:pt x="2401260" y="649733"/>
                  </a:cubicBezTo>
                  <a:cubicBezTo>
                    <a:pt x="2295900" y="743190"/>
                    <a:pt x="2165558" y="857294"/>
                    <a:pt x="2111249" y="905109"/>
                  </a:cubicBezTo>
                  <a:cubicBezTo>
                    <a:pt x="1844048" y="1140925"/>
                    <a:pt x="1706102" y="1263723"/>
                    <a:pt x="1661569" y="1306105"/>
                  </a:cubicBezTo>
                  <a:cubicBezTo>
                    <a:pt x="1621380" y="1344140"/>
                    <a:pt x="1420436" y="1526707"/>
                    <a:pt x="1372644" y="1568002"/>
                  </a:cubicBezTo>
                  <a:cubicBezTo>
                    <a:pt x="1366126" y="1574522"/>
                    <a:pt x="1332455" y="1603863"/>
                    <a:pt x="1297697" y="1633204"/>
                  </a:cubicBezTo>
                  <a:cubicBezTo>
                    <a:pt x="1264025" y="1663632"/>
                    <a:pt x="1215147" y="1707100"/>
                    <a:pt x="1190165" y="1731008"/>
                  </a:cubicBezTo>
                  <a:cubicBezTo>
                    <a:pt x="1165182" y="1754916"/>
                    <a:pt x="1108701" y="1805991"/>
                    <a:pt x="1064167" y="1845112"/>
                  </a:cubicBezTo>
                  <a:cubicBezTo>
                    <a:pt x="1020720" y="1884234"/>
                    <a:pt x="971842" y="1927702"/>
                    <a:pt x="954463" y="1942916"/>
                  </a:cubicBezTo>
                  <a:cubicBezTo>
                    <a:pt x="938170" y="1958130"/>
                    <a:pt x="893636" y="1997252"/>
                    <a:pt x="855620" y="2030939"/>
                  </a:cubicBezTo>
                  <a:cubicBezTo>
                    <a:pt x="750260" y="2125483"/>
                    <a:pt x="538454" y="2315657"/>
                    <a:pt x="531937" y="2322177"/>
                  </a:cubicBezTo>
                  <a:cubicBezTo>
                    <a:pt x="528678" y="2325438"/>
                    <a:pt x="486317" y="2364559"/>
                    <a:pt x="438525" y="2408027"/>
                  </a:cubicBezTo>
                  <a:lnTo>
                    <a:pt x="349458" y="2486270"/>
                  </a:lnTo>
                  <a:lnTo>
                    <a:pt x="176755" y="2486270"/>
                  </a:lnTo>
                  <a:cubicBezTo>
                    <a:pt x="81171" y="2486270"/>
                    <a:pt x="-293" y="2483010"/>
                    <a:pt x="-3552" y="2479750"/>
                  </a:cubicBezTo>
                  <a:cubicBezTo>
                    <a:pt x="-6810" y="2475403"/>
                    <a:pt x="14913" y="2450409"/>
                    <a:pt x="46413" y="2422155"/>
                  </a:cubicBezTo>
                  <a:cubicBezTo>
                    <a:pt x="76826" y="2394987"/>
                    <a:pt x="161548" y="2318917"/>
                    <a:pt x="233236" y="2253715"/>
                  </a:cubicBezTo>
                  <a:cubicBezTo>
                    <a:pt x="379871" y="2120050"/>
                    <a:pt x="438525" y="2066801"/>
                    <a:pt x="552574" y="1964650"/>
                  </a:cubicBezTo>
                  <a:cubicBezTo>
                    <a:pt x="596022" y="1925529"/>
                    <a:pt x="647073" y="1879887"/>
                    <a:pt x="666624" y="1861413"/>
                  </a:cubicBezTo>
                  <a:cubicBezTo>
                    <a:pt x="685089" y="1844026"/>
                    <a:pt x="737226" y="1797297"/>
                    <a:pt x="781759" y="1758176"/>
                  </a:cubicBezTo>
                  <a:cubicBezTo>
                    <a:pt x="858878" y="1690800"/>
                    <a:pt x="919705" y="1636464"/>
                    <a:pt x="1009858" y="1551701"/>
                  </a:cubicBezTo>
                  <a:cubicBezTo>
                    <a:pt x="1032668" y="1531054"/>
                    <a:pt x="1081546" y="1486499"/>
                    <a:pt x="1119563" y="1453897"/>
                  </a:cubicBezTo>
                  <a:cubicBezTo>
                    <a:pt x="1157579" y="1421296"/>
                    <a:pt x="1212975" y="1371307"/>
                    <a:pt x="1242301" y="1344140"/>
                  </a:cubicBezTo>
                  <a:cubicBezTo>
                    <a:pt x="1272715" y="1315885"/>
                    <a:pt x="1312903" y="1280024"/>
                    <a:pt x="1330282" y="1263723"/>
                  </a:cubicBezTo>
                  <a:cubicBezTo>
                    <a:pt x="1348748" y="1247423"/>
                    <a:pt x="1399798" y="1201781"/>
                    <a:pt x="1444332" y="1161573"/>
                  </a:cubicBezTo>
                  <a:cubicBezTo>
                    <a:pt x="1488865" y="1122451"/>
                    <a:pt x="1579019" y="1040948"/>
                    <a:pt x="1645276" y="981179"/>
                  </a:cubicBezTo>
                  <a:cubicBezTo>
                    <a:pt x="2073232" y="591051"/>
                    <a:pt x="2317624" y="376969"/>
                    <a:pt x="2518568" y="217223"/>
                  </a:cubicBezTo>
                  <a:cubicBezTo>
                    <a:pt x="2724943" y="53130"/>
                    <a:pt x="2896560" y="-2292"/>
                    <a:pt x="3196347" y="-2292"/>
                  </a:cubicBezTo>
                  <a:cubicBezTo>
                    <a:pt x="3376654" y="-1205"/>
                    <a:pt x="3404894" y="3141"/>
                    <a:pt x="3654717" y="72691"/>
                  </a:cubicBezTo>
                  <a:cubicBezTo>
                    <a:pt x="3706854" y="86818"/>
                    <a:pt x="3805696" y="136807"/>
                    <a:pt x="3879557" y="184622"/>
                  </a:cubicBezTo>
                  <a:cubicBezTo>
                    <a:pt x="3966452" y="242217"/>
                    <a:pt x="4172827" y="415004"/>
                    <a:pt x="4317289" y="550842"/>
                  </a:cubicBezTo>
                  <a:cubicBezTo>
                    <a:pt x="4366167" y="597571"/>
                    <a:pt x="4582318" y="792092"/>
                    <a:pt x="4702885" y="899676"/>
                  </a:cubicBezTo>
                  <a:cubicBezTo>
                    <a:pt x="4746332" y="938797"/>
                    <a:pt x="4796296" y="982266"/>
                    <a:pt x="4811503" y="997480"/>
                  </a:cubicBezTo>
                  <a:cubicBezTo>
                    <a:pt x="4827796" y="1012694"/>
                    <a:pt x="4869071" y="1049642"/>
                    <a:pt x="4902742" y="1078983"/>
                  </a:cubicBezTo>
                  <a:cubicBezTo>
                    <a:pt x="4937500" y="1109411"/>
                    <a:pt x="4984206" y="1150706"/>
                    <a:pt x="5007016" y="1171353"/>
                  </a:cubicBezTo>
                  <a:cubicBezTo>
                    <a:pt x="5029826" y="1192001"/>
                    <a:pt x="5081963" y="1238729"/>
                    <a:pt x="5122152" y="1274590"/>
                  </a:cubicBezTo>
                  <a:cubicBezTo>
                    <a:pt x="5163427" y="1310452"/>
                    <a:pt x="5215564" y="1357180"/>
                    <a:pt x="5240546" y="1378914"/>
                  </a:cubicBezTo>
                  <a:cubicBezTo>
                    <a:pt x="5286165" y="1421296"/>
                    <a:pt x="6243094" y="2256975"/>
                    <a:pt x="6291972" y="2298270"/>
                  </a:cubicBezTo>
                  <a:cubicBezTo>
                    <a:pt x="6309351" y="2312397"/>
                    <a:pt x="6318040" y="2329784"/>
                    <a:pt x="6314782" y="2338478"/>
                  </a:cubicBezTo>
                  <a:cubicBezTo>
                    <a:pt x="6309351" y="2353692"/>
                    <a:pt x="5745621" y="2851404"/>
                    <a:pt x="5594642" y="2975289"/>
                  </a:cubicBezTo>
                  <a:cubicBezTo>
                    <a:pt x="5562056" y="3002457"/>
                    <a:pt x="5526212" y="3032885"/>
                    <a:pt x="5515350" y="3042665"/>
                  </a:cubicBezTo>
                  <a:cubicBezTo>
                    <a:pt x="5446921" y="3108954"/>
                    <a:pt x="5328527" y="3156770"/>
                    <a:pt x="5190581" y="3171983"/>
                  </a:cubicBezTo>
                  <a:cubicBezTo>
                    <a:pt x="5062412" y="3186111"/>
                    <a:pt x="5049377" y="3186111"/>
                    <a:pt x="4963569" y="3173070"/>
                  </a:cubicBezTo>
                  <a:cubicBezTo>
                    <a:pt x="4784348" y="3143729"/>
                    <a:pt x="4689850" y="3081787"/>
                    <a:pt x="4321634" y="2747080"/>
                  </a:cubicBezTo>
                  <a:cubicBezTo>
                    <a:pt x="4252118" y="2684051"/>
                    <a:pt x="4128293" y="2574294"/>
                    <a:pt x="4044657" y="2502571"/>
                  </a:cubicBezTo>
                  <a:cubicBezTo>
                    <a:pt x="3962107" y="2430848"/>
                    <a:pt x="3835023" y="2321091"/>
                    <a:pt x="3763335" y="2258062"/>
                  </a:cubicBezTo>
                  <a:cubicBezTo>
                    <a:pt x="3516771" y="2041807"/>
                    <a:pt x="3415756" y="1973344"/>
                    <a:pt x="3301707" y="1946176"/>
                  </a:cubicBezTo>
                  <a:cubicBezTo>
                    <a:pt x="3168106" y="1913575"/>
                    <a:pt x="2995403" y="1967910"/>
                    <a:pt x="2886784" y="2076581"/>
                  </a:cubicBezTo>
                  <a:cubicBezTo>
                    <a:pt x="2878095" y="2085275"/>
                    <a:pt x="2842251" y="2115703"/>
                    <a:pt x="2807493" y="2143957"/>
                  </a:cubicBezTo>
                  <a:cubicBezTo>
                    <a:pt x="2771649" y="2173298"/>
                    <a:pt x="2734719" y="2203726"/>
                    <a:pt x="2724943" y="2213507"/>
                  </a:cubicBezTo>
                  <a:cubicBezTo>
                    <a:pt x="2715167" y="2223287"/>
                    <a:pt x="2681496" y="2252628"/>
                    <a:pt x="2648910" y="2279796"/>
                  </a:cubicBezTo>
                  <a:cubicBezTo>
                    <a:pt x="2617411" y="2306964"/>
                    <a:pt x="2568532" y="2348258"/>
                    <a:pt x="2541378" y="2372166"/>
                  </a:cubicBezTo>
                  <a:cubicBezTo>
                    <a:pt x="2418639" y="2478663"/>
                    <a:pt x="2370847" y="2518872"/>
                    <a:pt x="2342606" y="2540606"/>
                  </a:cubicBezTo>
                  <a:cubicBezTo>
                    <a:pt x="2290469" y="2581901"/>
                    <a:pt x="2231815" y="2522132"/>
                    <a:pt x="2981282" y="3198064"/>
                  </a:cubicBezTo>
                  <a:cubicBezTo>
                    <a:pt x="3136607" y="3337163"/>
                    <a:pt x="3278897" y="3466481"/>
                    <a:pt x="3306052" y="3491476"/>
                  </a:cubicBezTo>
                  <a:cubicBezTo>
                    <a:pt x="3320172" y="3504516"/>
                    <a:pt x="3353844" y="3533857"/>
                    <a:pt x="3383171" y="3556678"/>
                  </a:cubicBezTo>
                  <a:cubicBezTo>
                    <a:pt x="3412498" y="3580586"/>
                    <a:pt x="3451600" y="3615361"/>
                    <a:pt x="3470065" y="3632748"/>
                  </a:cubicBezTo>
                  <a:cubicBezTo>
                    <a:pt x="3489617" y="3651222"/>
                    <a:pt x="3533064" y="3690343"/>
                    <a:pt x="3567822" y="3719685"/>
                  </a:cubicBezTo>
                  <a:cubicBezTo>
                    <a:pt x="3660148" y="3799014"/>
                    <a:pt x="3750301" y="3878344"/>
                    <a:pt x="3827420" y="3947893"/>
                  </a:cubicBezTo>
                  <a:cubicBezTo>
                    <a:pt x="3841540" y="3959847"/>
                    <a:pt x="3880643" y="3994622"/>
                    <a:pt x="3915401" y="4023963"/>
                  </a:cubicBezTo>
                  <a:cubicBezTo>
                    <a:pt x="3951245" y="4054391"/>
                    <a:pt x="4021847" y="4115246"/>
                    <a:pt x="4072898" y="4159802"/>
                  </a:cubicBezTo>
                  <a:cubicBezTo>
                    <a:pt x="4123948" y="4204357"/>
                    <a:pt x="4182602" y="4256519"/>
                    <a:pt x="4203240" y="4273906"/>
                  </a:cubicBezTo>
                  <a:cubicBezTo>
                    <a:pt x="4223877" y="4292380"/>
                    <a:pt x="4265152" y="4329328"/>
                    <a:pt x="4295565" y="4356496"/>
                  </a:cubicBezTo>
                  <a:cubicBezTo>
                    <a:pt x="4390064" y="4442346"/>
                    <a:pt x="4556250" y="4570577"/>
                    <a:pt x="4617076" y="4603179"/>
                  </a:cubicBezTo>
                  <a:cubicBezTo>
                    <a:pt x="4674644" y="4633607"/>
                    <a:pt x="4750677" y="4662948"/>
                    <a:pt x="4862554" y="4696636"/>
                  </a:cubicBezTo>
                  <a:cubicBezTo>
                    <a:pt x="4942931" y="4721630"/>
                    <a:pt x="5193840" y="4721630"/>
                    <a:pt x="5289424" y="4697722"/>
                  </a:cubicBezTo>
                  <a:cubicBezTo>
                    <a:pt x="5450179" y="4657514"/>
                    <a:pt x="5589211" y="4592312"/>
                    <a:pt x="5664158" y="4521676"/>
                  </a:cubicBezTo>
                  <a:cubicBezTo>
                    <a:pt x="5676106" y="4510808"/>
                    <a:pt x="5785810" y="4414091"/>
                    <a:pt x="5908549" y="4307594"/>
                  </a:cubicBezTo>
                  <a:cubicBezTo>
                    <a:pt x="6031288" y="4200010"/>
                    <a:pt x="6158371" y="4088079"/>
                    <a:pt x="6190957" y="4057651"/>
                  </a:cubicBezTo>
                  <a:cubicBezTo>
                    <a:pt x="6223542" y="4027223"/>
                    <a:pt x="6280024" y="3977234"/>
                    <a:pt x="6314782" y="3947893"/>
                  </a:cubicBezTo>
                  <a:cubicBezTo>
                    <a:pt x="6350626" y="3917466"/>
                    <a:pt x="6386470" y="3885951"/>
                    <a:pt x="6396246" y="3876171"/>
                  </a:cubicBezTo>
                  <a:cubicBezTo>
                    <a:pt x="6406021" y="3867477"/>
                    <a:pt x="6449469" y="3828355"/>
                    <a:pt x="6494002" y="3789234"/>
                  </a:cubicBezTo>
                  <a:cubicBezTo>
                    <a:pt x="6538536" y="3751199"/>
                    <a:pt x="6590673" y="3705557"/>
                    <a:pt x="6609138" y="3687083"/>
                  </a:cubicBezTo>
                  <a:cubicBezTo>
                    <a:pt x="6627603" y="3669696"/>
                    <a:pt x="6676481" y="3625141"/>
                    <a:pt x="6717756" y="3589280"/>
                  </a:cubicBezTo>
                  <a:cubicBezTo>
                    <a:pt x="6757945" y="3553418"/>
                    <a:pt x="6801392" y="3514297"/>
                    <a:pt x="6814427" y="3502343"/>
                  </a:cubicBezTo>
                  <a:cubicBezTo>
                    <a:pt x="6826375" y="3490389"/>
                    <a:pt x="6856788" y="3464308"/>
                    <a:pt x="6880684" y="3443661"/>
                  </a:cubicBezTo>
                  <a:cubicBezTo>
                    <a:pt x="6904580" y="3424100"/>
                    <a:pt x="6969751" y="3365418"/>
                    <a:pt x="7026233" y="3313256"/>
                  </a:cubicBezTo>
                  <a:cubicBezTo>
                    <a:pt x="7153316" y="3196978"/>
                    <a:pt x="7208712" y="3145902"/>
                    <a:pt x="7353174" y="3017671"/>
                  </a:cubicBezTo>
                  <a:cubicBezTo>
                    <a:pt x="7513929" y="2873139"/>
                    <a:pt x="7800682" y="2613415"/>
                    <a:pt x="7889749" y="2532999"/>
                  </a:cubicBezTo>
                  <a:lnTo>
                    <a:pt x="7963610" y="2464536"/>
                  </a:lnTo>
                  <a:lnTo>
                    <a:pt x="8141744" y="2464536"/>
                  </a:lnTo>
                  <a:cubicBezTo>
                    <a:pt x="8290551" y="2464536"/>
                    <a:pt x="8317706" y="2466710"/>
                    <a:pt x="8313361" y="2479750"/>
                  </a:cubicBezTo>
                  <a:cubicBezTo>
                    <a:pt x="8310102" y="2488444"/>
                    <a:pt x="8240587" y="2555820"/>
                    <a:pt x="8159123" y="2629716"/>
                  </a:cubicBezTo>
                  <a:cubicBezTo>
                    <a:pt x="8077659" y="2702525"/>
                    <a:pt x="7902783" y="2860098"/>
                    <a:pt x="7771355" y="2979636"/>
                  </a:cubicBezTo>
                  <a:cubicBezTo>
                    <a:pt x="7639927" y="3098087"/>
                    <a:pt x="7493292" y="3230666"/>
                    <a:pt x="7446586" y="3273047"/>
                  </a:cubicBezTo>
                  <a:cubicBezTo>
                    <a:pt x="7399880" y="3315429"/>
                    <a:pt x="7355346" y="3355637"/>
                    <a:pt x="7348829" y="3361071"/>
                  </a:cubicBezTo>
                  <a:cubicBezTo>
                    <a:pt x="7289089" y="3417580"/>
                    <a:pt x="7182643" y="3513210"/>
                    <a:pt x="7126162" y="3562112"/>
                  </a:cubicBezTo>
                  <a:cubicBezTo>
                    <a:pt x="7088145" y="3594713"/>
                    <a:pt x="7039267" y="3639268"/>
                    <a:pt x="7017543" y="3659916"/>
                  </a:cubicBezTo>
                  <a:cubicBezTo>
                    <a:pt x="6994733" y="3680563"/>
                    <a:pt x="6938252" y="3732725"/>
                    <a:pt x="6891546" y="3774020"/>
                  </a:cubicBezTo>
                  <a:cubicBezTo>
                    <a:pt x="6843754" y="3816402"/>
                    <a:pt x="6784014" y="3869650"/>
                    <a:pt x="6756859" y="3893558"/>
                  </a:cubicBezTo>
                  <a:cubicBezTo>
                    <a:pt x="6729704" y="3917466"/>
                    <a:pt x="6692774" y="3952240"/>
                    <a:pt x="6673223" y="3969628"/>
                  </a:cubicBezTo>
                  <a:cubicBezTo>
                    <a:pt x="6654758" y="3988102"/>
                    <a:pt x="6602621" y="4033743"/>
                    <a:pt x="6559173" y="4072865"/>
                  </a:cubicBezTo>
                  <a:cubicBezTo>
                    <a:pt x="6515726" y="4111986"/>
                    <a:pt x="6419056" y="4198923"/>
                    <a:pt x="6344109" y="4267386"/>
                  </a:cubicBezTo>
                  <a:cubicBezTo>
                    <a:pt x="6269162" y="4335848"/>
                    <a:pt x="6165975" y="4426045"/>
                    <a:pt x="6114924" y="4468427"/>
                  </a:cubicBezTo>
                  <a:cubicBezTo>
                    <a:pt x="6063873" y="4509722"/>
                    <a:pt x="6020426" y="4547757"/>
                    <a:pt x="6017167" y="4551017"/>
                  </a:cubicBezTo>
                  <a:cubicBezTo>
                    <a:pt x="5993271" y="4576011"/>
                    <a:pt x="5806448" y="4728150"/>
                    <a:pt x="5767345" y="4753144"/>
                  </a:cubicBezTo>
                  <a:cubicBezTo>
                    <a:pt x="5608762" y="4855295"/>
                    <a:pt x="5537074" y="4885723"/>
                    <a:pt x="5376319" y="4920498"/>
                  </a:cubicBezTo>
                  <a:cubicBezTo>
                    <a:pt x="5241632" y="4948752"/>
                    <a:pt x="4993982" y="4948752"/>
                    <a:pt x="4849519" y="4919411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0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" name="자유형: 도형 4"/>
            <p:cNvSpPr/>
            <p:nvPr/>
          </p:nvSpPr>
          <p:spPr>
            <a:xfrm flipV="1">
              <a:off x="3262188" y="1559412"/>
              <a:ext cx="4791028" cy="2065195"/>
            </a:xfrm>
            <a:custGeom>
              <a:avLst/>
              <a:gdLst>
                <a:gd name="connsiteX0" fmla="*/ 2147752 w 4791028"/>
                <a:gd name="connsiteY0" fmla="*/ 2035487 h 2065195"/>
                <a:gd name="connsiteX1" fmla="*/ 1669831 w 4791028"/>
                <a:gd name="connsiteY1" fmla="*/ 1752943 h 2065195"/>
                <a:gd name="connsiteX2" fmla="*/ 1559040 w 4791028"/>
                <a:gd name="connsiteY2" fmla="*/ 1652966 h 2065195"/>
                <a:gd name="connsiteX3" fmla="*/ 633611 w 4791028"/>
                <a:gd name="connsiteY3" fmla="*/ 812940 h 2065195"/>
                <a:gd name="connsiteX4" fmla="*/ 53588 w 4791028"/>
                <a:gd name="connsiteY4" fmla="*/ 283713 h 2065195"/>
                <a:gd name="connsiteX5" fmla="*/ -3979 w 4791028"/>
                <a:gd name="connsiteY5" fmla="*/ 206557 h 2065195"/>
                <a:gd name="connsiteX6" fmla="*/ 198051 w 4791028"/>
                <a:gd name="connsiteY6" fmla="*/ 63111 h 2065195"/>
                <a:gd name="connsiteX7" fmla="*/ 465252 w 4791028"/>
                <a:gd name="connsiteY7" fmla="*/ -3178 h 2065195"/>
                <a:gd name="connsiteX8" fmla="*/ 786763 w 4791028"/>
                <a:gd name="connsiteY8" fmla="*/ 129400 h 2065195"/>
                <a:gd name="connsiteX9" fmla="*/ 925794 w 4791028"/>
                <a:gd name="connsiteY9" fmla="*/ 255458 h 2065195"/>
                <a:gd name="connsiteX10" fmla="*/ 1212547 w 4791028"/>
                <a:gd name="connsiteY10" fmla="*/ 513008 h 2065195"/>
                <a:gd name="connsiteX11" fmla="*/ 1322252 w 4791028"/>
                <a:gd name="connsiteY11" fmla="*/ 610812 h 2065195"/>
                <a:gd name="connsiteX12" fmla="*/ 1410233 w 4791028"/>
                <a:gd name="connsiteY12" fmla="*/ 686882 h 2065195"/>
                <a:gd name="connsiteX13" fmla="*/ 1641590 w 4791028"/>
                <a:gd name="connsiteY13" fmla="*/ 898790 h 2065195"/>
                <a:gd name="connsiteX14" fmla="*/ 2060857 w 4791028"/>
                <a:gd name="connsiteY14" fmla="*/ 1208502 h 2065195"/>
                <a:gd name="connsiteX15" fmla="*/ 2534433 w 4791028"/>
                <a:gd name="connsiteY15" fmla="*/ 1238930 h 2065195"/>
                <a:gd name="connsiteX16" fmla="*/ 2830962 w 4791028"/>
                <a:gd name="connsiteY16" fmla="*/ 1084617 h 2065195"/>
                <a:gd name="connsiteX17" fmla="*/ 2940666 w 4791028"/>
                <a:gd name="connsiteY17" fmla="*/ 990073 h 2065195"/>
                <a:gd name="connsiteX18" fmla="*/ 3011268 w 4791028"/>
                <a:gd name="connsiteY18" fmla="*/ 930304 h 2065195"/>
                <a:gd name="connsiteX19" fmla="*/ 3088387 w 4791028"/>
                <a:gd name="connsiteY19" fmla="*/ 866189 h 2065195"/>
                <a:gd name="connsiteX20" fmla="*/ 3287159 w 4791028"/>
                <a:gd name="connsiteY20" fmla="*/ 689055 h 2065195"/>
                <a:gd name="connsiteX21" fmla="*/ 3478327 w 4791028"/>
                <a:gd name="connsiteY21" fmla="*/ 518442 h 2065195"/>
                <a:gd name="connsiteX22" fmla="*/ 3582601 w 4791028"/>
                <a:gd name="connsiteY22" fmla="*/ 426072 h 2065195"/>
                <a:gd name="connsiteX23" fmla="*/ 3782459 w 4791028"/>
                <a:gd name="connsiteY23" fmla="*/ 246765 h 2065195"/>
                <a:gd name="connsiteX24" fmla="*/ 3859578 w 4791028"/>
                <a:gd name="connsiteY24" fmla="*/ 178302 h 2065195"/>
                <a:gd name="connsiteX25" fmla="*/ 3909542 w 4791028"/>
                <a:gd name="connsiteY25" fmla="*/ 138094 h 2065195"/>
                <a:gd name="connsiteX26" fmla="*/ 4345102 w 4791028"/>
                <a:gd name="connsiteY26" fmla="*/ 138094 h 2065195"/>
                <a:gd name="connsiteX27" fmla="*/ 4786093 w 4791028"/>
                <a:gd name="connsiteY27" fmla="*/ 147874 h 2065195"/>
                <a:gd name="connsiteX28" fmla="*/ 4719836 w 4791028"/>
                <a:gd name="connsiteY28" fmla="*/ 220684 h 2065195"/>
                <a:gd name="connsiteX29" fmla="*/ 4636200 w 4791028"/>
                <a:gd name="connsiteY29" fmla="*/ 295667 h 2065195"/>
                <a:gd name="connsiteX30" fmla="*/ 4521064 w 4791028"/>
                <a:gd name="connsiteY30" fmla="*/ 398904 h 2065195"/>
                <a:gd name="connsiteX31" fmla="*/ 4368998 w 4791028"/>
                <a:gd name="connsiteY31" fmla="*/ 535829 h 2065195"/>
                <a:gd name="connsiteX32" fmla="*/ 3517430 w 4791028"/>
                <a:gd name="connsiteY32" fmla="*/ 1305219 h 2065195"/>
                <a:gd name="connsiteX33" fmla="*/ 3232850 w 4791028"/>
                <a:gd name="connsiteY33" fmla="*/ 1560595 h 2065195"/>
                <a:gd name="connsiteX34" fmla="*/ 3102508 w 4791028"/>
                <a:gd name="connsiteY34" fmla="*/ 1676873 h 2065195"/>
                <a:gd name="connsiteX35" fmla="*/ 2999320 w 4791028"/>
                <a:gd name="connsiteY35" fmla="*/ 1769243 h 2065195"/>
                <a:gd name="connsiteX36" fmla="*/ 2582225 w 4791028"/>
                <a:gd name="connsiteY36" fmla="*/ 2038747 h 2065195"/>
                <a:gd name="connsiteX37" fmla="*/ 2147752 w 4791028"/>
                <a:gd name="connsiteY37" fmla="*/ 2035487 h 2065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4791028" h="2065195">
                  <a:moveTo>
                    <a:pt x="2147752" y="2035487"/>
                  </a:moveTo>
                  <a:cubicBezTo>
                    <a:pt x="1977221" y="1992019"/>
                    <a:pt x="1830586" y="1906169"/>
                    <a:pt x="1669831" y="1752943"/>
                  </a:cubicBezTo>
                  <a:cubicBezTo>
                    <a:pt x="1650279" y="1734469"/>
                    <a:pt x="1600315" y="1689914"/>
                    <a:pt x="1559040" y="1652966"/>
                  </a:cubicBezTo>
                  <a:cubicBezTo>
                    <a:pt x="1363527" y="1478006"/>
                    <a:pt x="1106101" y="1245450"/>
                    <a:pt x="633611" y="812940"/>
                  </a:cubicBezTo>
                  <a:cubicBezTo>
                    <a:pt x="349030" y="553217"/>
                    <a:pt x="88346" y="315227"/>
                    <a:pt x="53588" y="283713"/>
                  </a:cubicBezTo>
                  <a:cubicBezTo>
                    <a:pt x="6882" y="241331"/>
                    <a:pt x="-8324" y="220684"/>
                    <a:pt x="-3979" y="206557"/>
                  </a:cubicBezTo>
                  <a:cubicBezTo>
                    <a:pt x="3624" y="185909"/>
                    <a:pt x="95950" y="120707"/>
                    <a:pt x="198051" y="63111"/>
                  </a:cubicBezTo>
                  <a:cubicBezTo>
                    <a:pt x="262136" y="27250"/>
                    <a:pt x="385961" y="-3178"/>
                    <a:pt x="465252" y="-3178"/>
                  </a:cubicBezTo>
                  <a:cubicBezTo>
                    <a:pt x="582560" y="-3178"/>
                    <a:pt x="697696" y="44637"/>
                    <a:pt x="786763" y="129400"/>
                  </a:cubicBezTo>
                  <a:cubicBezTo>
                    <a:pt x="806314" y="148961"/>
                    <a:pt x="869313" y="206557"/>
                    <a:pt x="925794" y="255458"/>
                  </a:cubicBezTo>
                  <a:cubicBezTo>
                    <a:pt x="1077860" y="389124"/>
                    <a:pt x="1161496" y="464106"/>
                    <a:pt x="1212547" y="513008"/>
                  </a:cubicBezTo>
                  <a:cubicBezTo>
                    <a:pt x="1238615" y="536916"/>
                    <a:pt x="1287494" y="581471"/>
                    <a:pt x="1322252" y="610812"/>
                  </a:cubicBezTo>
                  <a:cubicBezTo>
                    <a:pt x="1358096" y="641240"/>
                    <a:pt x="1397198" y="674928"/>
                    <a:pt x="1410233" y="686882"/>
                  </a:cubicBezTo>
                  <a:cubicBezTo>
                    <a:pt x="1475404" y="746651"/>
                    <a:pt x="1626383" y="884663"/>
                    <a:pt x="1641590" y="898790"/>
                  </a:cubicBezTo>
                  <a:cubicBezTo>
                    <a:pt x="1774104" y="1022675"/>
                    <a:pt x="1976134" y="1172640"/>
                    <a:pt x="2060857" y="1208502"/>
                  </a:cubicBezTo>
                  <a:cubicBezTo>
                    <a:pt x="2157527" y="1248710"/>
                    <a:pt x="2391057" y="1263924"/>
                    <a:pt x="2534433" y="1238930"/>
                  </a:cubicBezTo>
                  <a:cubicBezTo>
                    <a:pt x="2636535" y="1221542"/>
                    <a:pt x="2716912" y="1180247"/>
                    <a:pt x="2830962" y="1084617"/>
                  </a:cubicBezTo>
                  <a:cubicBezTo>
                    <a:pt x="2885271" y="1038975"/>
                    <a:pt x="2935235" y="996594"/>
                    <a:pt x="2940666" y="990073"/>
                  </a:cubicBezTo>
                  <a:cubicBezTo>
                    <a:pt x="2947183" y="984640"/>
                    <a:pt x="2978683" y="957472"/>
                    <a:pt x="3011268" y="930304"/>
                  </a:cubicBezTo>
                  <a:cubicBezTo>
                    <a:pt x="3043854" y="904223"/>
                    <a:pt x="3078612" y="874882"/>
                    <a:pt x="3088387" y="866189"/>
                  </a:cubicBezTo>
                  <a:cubicBezTo>
                    <a:pt x="3109025" y="845541"/>
                    <a:pt x="3255660" y="716223"/>
                    <a:pt x="3287159" y="689055"/>
                  </a:cubicBezTo>
                  <a:cubicBezTo>
                    <a:pt x="3344727" y="640153"/>
                    <a:pt x="3442483" y="553217"/>
                    <a:pt x="3478327" y="518442"/>
                  </a:cubicBezTo>
                  <a:cubicBezTo>
                    <a:pt x="3501137" y="497794"/>
                    <a:pt x="3547843" y="456499"/>
                    <a:pt x="3582601" y="426072"/>
                  </a:cubicBezTo>
                  <a:cubicBezTo>
                    <a:pt x="3656462" y="363043"/>
                    <a:pt x="3742270" y="285886"/>
                    <a:pt x="3782459" y="246765"/>
                  </a:cubicBezTo>
                  <a:cubicBezTo>
                    <a:pt x="3797665" y="231551"/>
                    <a:pt x="3832423" y="201123"/>
                    <a:pt x="3859578" y="178302"/>
                  </a:cubicBezTo>
                  <a:lnTo>
                    <a:pt x="3909542" y="138094"/>
                  </a:lnTo>
                  <a:lnTo>
                    <a:pt x="4345102" y="138094"/>
                  </a:lnTo>
                  <a:cubicBezTo>
                    <a:pt x="4584063" y="138094"/>
                    <a:pt x="4782835" y="142441"/>
                    <a:pt x="4786093" y="147874"/>
                  </a:cubicBezTo>
                  <a:cubicBezTo>
                    <a:pt x="4789352" y="152221"/>
                    <a:pt x="4760025" y="185909"/>
                    <a:pt x="4719836" y="220684"/>
                  </a:cubicBezTo>
                  <a:cubicBezTo>
                    <a:pt x="4680733" y="255458"/>
                    <a:pt x="4642717" y="290233"/>
                    <a:pt x="4636200" y="295667"/>
                  </a:cubicBezTo>
                  <a:cubicBezTo>
                    <a:pt x="4629683" y="302187"/>
                    <a:pt x="4577546" y="347829"/>
                    <a:pt x="4521064" y="398904"/>
                  </a:cubicBezTo>
                  <a:cubicBezTo>
                    <a:pt x="4464583" y="449979"/>
                    <a:pt x="4396153" y="510835"/>
                    <a:pt x="4368998" y="535829"/>
                  </a:cubicBezTo>
                  <a:cubicBezTo>
                    <a:pt x="4048574" y="825980"/>
                    <a:pt x="3819389" y="1033542"/>
                    <a:pt x="3517430" y="1305219"/>
                  </a:cubicBezTo>
                  <a:cubicBezTo>
                    <a:pt x="3391433" y="1417150"/>
                    <a:pt x="3263263" y="1532341"/>
                    <a:pt x="3232850" y="1560595"/>
                  </a:cubicBezTo>
                  <a:cubicBezTo>
                    <a:pt x="3202437" y="1587763"/>
                    <a:pt x="3143783" y="1641012"/>
                    <a:pt x="3102508" y="1676873"/>
                  </a:cubicBezTo>
                  <a:cubicBezTo>
                    <a:pt x="3061233" y="1713821"/>
                    <a:pt x="3014527" y="1755116"/>
                    <a:pt x="2999320" y="1769243"/>
                  </a:cubicBezTo>
                  <a:cubicBezTo>
                    <a:pt x="2820100" y="1933336"/>
                    <a:pt x="2739722" y="1985498"/>
                    <a:pt x="2582225" y="2038747"/>
                  </a:cubicBezTo>
                  <a:cubicBezTo>
                    <a:pt x="2489900" y="2071348"/>
                    <a:pt x="2283525" y="2069175"/>
                    <a:pt x="2147752" y="2035487"/>
                  </a:cubicBezTo>
                  <a:close/>
                </a:path>
              </a:pathLst>
            </a:custGeom>
            <a:solidFill>
              <a:srgbClr val="C00000"/>
            </a:solidFill>
            <a:ln w="10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solidFill>
                  <a:srgbClr val="C00000"/>
                </a:solidFill>
              </a:endParaRPr>
            </a:p>
          </p:txBody>
        </p:sp>
        <p:sp>
          <p:nvSpPr>
            <p:cNvPr id="6" name="자유형: 도형 5"/>
            <p:cNvSpPr/>
            <p:nvPr/>
          </p:nvSpPr>
          <p:spPr>
            <a:xfrm flipV="1">
              <a:off x="1292559" y="3321687"/>
              <a:ext cx="4796276" cy="2052520"/>
            </a:xfrm>
            <a:custGeom>
              <a:avLst/>
              <a:gdLst>
                <a:gd name="connsiteX0" fmla="*/ 4179837 w 4796276"/>
                <a:gd name="connsiteY0" fmla="*/ 2040525 h 2052520"/>
                <a:gd name="connsiteX1" fmla="*/ 3959342 w 4796276"/>
                <a:gd name="connsiteY1" fmla="*/ 1886212 h 2052520"/>
                <a:gd name="connsiteX2" fmla="*/ 3852896 w 4796276"/>
                <a:gd name="connsiteY2" fmla="*/ 1790582 h 2052520"/>
                <a:gd name="connsiteX3" fmla="*/ 3733416 w 4796276"/>
                <a:gd name="connsiteY3" fmla="*/ 1684084 h 2052520"/>
                <a:gd name="connsiteX4" fmla="*/ 3555282 w 4796276"/>
                <a:gd name="connsiteY4" fmla="*/ 1527598 h 2052520"/>
                <a:gd name="connsiteX5" fmla="*/ 3451008 w 4796276"/>
                <a:gd name="connsiteY5" fmla="*/ 1433054 h 2052520"/>
                <a:gd name="connsiteX6" fmla="*/ 3341303 w 4796276"/>
                <a:gd name="connsiteY6" fmla="*/ 1335251 h 2052520"/>
                <a:gd name="connsiteX7" fmla="*/ 3232685 w 4796276"/>
                <a:gd name="connsiteY7" fmla="*/ 1237447 h 2052520"/>
                <a:gd name="connsiteX8" fmla="*/ 2737385 w 4796276"/>
                <a:gd name="connsiteY8" fmla="*/ 856012 h 2052520"/>
                <a:gd name="connsiteX9" fmla="*/ 2424564 w 4796276"/>
                <a:gd name="connsiteY9" fmla="*/ 809284 h 2052520"/>
                <a:gd name="connsiteX10" fmla="*/ 1902109 w 4796276"/>
                <a:gd name="connsiteY10" fmla="*/ 1019018 h 2052520"/>
                <a:gd name="connsiteX11" fmla="*/ 1826076 w 4796276"/>
                <a:gd name="connsiteY11" fmla="*/ 1085308 h 2052520"/>
                <a:gd name="connsiteX12" fmla="*/ 1468722 w 4796276"/>
                <a:gd name="connsiteY12" fmla="*/ 1399366 h 2052520"/>
                <a:gd name="connsiteX13" fmla="*/ 1247140 w 4796276"/>
                <a:gd name="connsiteY13" fmla="*/ 1594974 h 2052520"/>
                <a:gd name="connsiteX14" fmla="*/ 1143953 w 4796276"/>
                <a:gd name="connsiteY14" fmla="*/ 1688431 h 2052520"/>
                <a:gd name="connsiteX15" fmla="*/ 1029903 w 4796276"/>
                <a:gd name="connsiteY15" fmla="*/ 1791668 h 2052520"/>
                <a:gd name="connsiteX16" fmla="*/ 915854 w 4796276"/>
                <a:gd name="connsiteY16" fmla="*/ 1892732 h 2052520"/>
                <a:gd name="connsiteX17" fmla="*/ 883268 w 4796276"/>
                <a:gd name="connsiteY17" fmla="*/ 1922073 h 2052520"/>
                <a:gd name="connsiteX18" fmla="*/ 440105 w 4796276"/>
                <a:gd name="connsiteY18" fmla="*/ 1922073 h 2052520"/>
                <a:gd name="connsiteX19" fmla="*/ -3058 w 4796276"/>
                <a:gd name="connsiteY19" fmla="*/ 1912293 h 2052520"/>
                <a:gd name="connsiteX20" fmla="*/ 201145 w 4796276"/>
                <a:gd name="connsiteY20" fmla="*/ 1719946 h 2052520"/>
                <a:gd name="connsiteX21" fmla="*/ 409692 w 4796276"/>
                <a:gd name="connsiteY21" fmla="*/ 1530858 h 2052520"/>
                <a:gd name="connsiteX22" fmla="*/ 578051 w 4796276"/>
                <a:gd name="connsiteY22" fmla="*/ 1378719 h 2052520"/>
                <a:gd name="connsiteX23" fmla="*/ 860458 w 4796276"/>
                <a:gd name="connsiteY23" fmla="*/ 1123343 h 2052520"/>
                <a:gd name="connsiteX24" fmla="*/ 1060316 w 4796276"/>
                <a:gd name="connsiteY24" fmla="*/ 944036 h 2052520"/>
                <a:gd name="connsiteX25" fmla="*/ 1168935 w 4796276"/>
                <a:gd name="connsiteY25" fmla="*/ 846232 h 2052520"/>
                <a:gd name="connsiteX26" fmla="*/ 1277553 w 4796276"/>
                <a:gd name="connsiteY26" fmla="*/ 748428 h 2052520"/>
                <a:gd name="connsiteX27" fmla="*/ 1397033 w 4796276"/>
                <a:gd name="connsiteY27" fmla="*/ 639757 h 2052520"/>
                <a:gd name="connsiteX28" fmla="*/ 1501307 w 4796276"/>
                <a:gd name="connsiteY28" fmla="*/ 547387 h 2052520"/>
                <a:gd name="connsiteX29" fmla="*/ 1599064 w 4796276"/>
                <a:gd name="connsiteY29" fmla="*/ 459364 h 2052520"/>
                <a:gd name="connsiteX30" fmla="*/ 1656631 w 4796276"/>
                <a:gd name="connsiteY30" fmla="*/ 409375 h 2052520"/>
                <a:gd name="connsiteX31" fmla="*/ 1754388 w 4796276"/>
                <a:gd name="connsiteY31" fmla="*/ 323525 h 2052520"/>
                <a:gd name="connsiteX32" fmla="*/ 2188862 w 4796276"/>
                <a:gd name="connsiteY32" fmla="*/ 25767 h 2052520"/>
                <a:gd name="connsiteX33" fmla="*/ 2398495 w 4796276"/>
                <a:gd name="connsiteY33" fmla="*/ -1401 h 2052520"/>
                <a:gd name="connsiteX34" fmla="*/ 2763453 w 4796276"/>
                <a:gd name="connsiteY34" fmla="*/ 59455 h 2052520"/>
                <a:gd name="connsiteX35" fmla="*/ 2806901 w 4796276"/>
                <a:gd name="connsiteY35" fmla="*/ 74669 h 2052520"/>
                <a:gd name="connsiteX36" fmla="*/ 3007845 w 4796276"/>
                <a:gd name="connsiteY36" fmla="*/ 206161 h 2052520"/>
                <a:gd name="connsiteX37" fmla="*/ 3104515 w 4796276"/>
                <a:gd name="connsiteY37" fmla="*/ 292010 h 2052520"/>
                <a:gd name="connsiteX38" fmla="*/ 4184182 w 4796276"/>
                <a:gd name="connsiteY38" fmla="*/ 1270048 h 2052520"/>
                <a:gd name="connsiteX39" fmla="*/ 4652328 w 4796276"/>
                <a:gd name="connsiteY39" fmla="*/ 1697125 h 2052520"/>
                <a:gd name="connsiteX40" fmla="*/ 4792445 w 4796276"/>
                <a:gd name="connsiteY40" fmla="*/ 1853611 h 2052520"/>
                <a:gd name="connsiteX41" fmla="*/ 4566519 w 4796276"/>
                <a:gd name="connsiteY41" fmla="*/ 2007923 h 2052520"/>
                <a:gd name="connsiteX42" fmla="*/ 4470935 w 4796276"/>
                <a:gd name="connsiteY42" fmla="*/ 2040525 h 2052520"/>
                <a:gd name="connsiteX43" fmla="*/ 4179837 w 4796276"/>
                <a:gd name="connsiteY43" fmla="*/ 2040525 h 20525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</a:cxnLst>
              <a:rect l="l" t="t" r="r" b="b"/>
              <a:pathLst>
                <a:path w="4796276" h="2052520">
                  <a:moveTo>
                    <a:pt x="4179837" y="2040525"/>
                  </a:moveTo>
                  <a:cubicBezTo>
                    <a:pt x="4125528" y="2024224"/>
                    <a:pt x="4070133" y="1986189"/>
                    <a:pt x="3959342" y="1886212"/>
                  </a:cubicBezTo>
                  <a:cubicBezTo>
                    <a:pt x="3903947" y="1837310"/>
                    <a:pt x="3856155" y="1794928"/>
                    <a:pt x="3852896" y="1790582"/>
                  </a:cubicBezTo>
                  <a:cubicBezTo>
                    <a:pt x="3849637" y="1787321"/>
                    <a:pt x="3796414" y="1739506"/>
                    <a:pt x="3733416" y="1684084"/>
                  </a:cubicBezTo>
                  <a:cubicBezTo>
                    <a:pt x="3670417" y="1628662"/>
                    <a:pt x="3591126" y="1558026"/>
                    <a:pt x="3555282" y="1527598"/>
                  </a:cubicBezTo>
                  <a:cubicBezTo>
                    <a:pt x="3520524" y="1496084"/>
                    <a:pt x="3473818" y="1453702"/>
                    <a:pt x="3451008" y="1433054"/>
                  </a:cubicBezTo>
                  <a:cubicBezTo>
                    <a:pt x="3429284" y="1412407"/>
                    <a:pt x="3379320" y="1367852"/>
                    <a:pt x="3341303" y="1335251"/>
                  </a:cubicBezTo>
                  <a:cubicBezTo>
                    <a:pt x="3304373" y="1302649"/>
                    <a:pt x="3255495" y="1258094"/>
                    <a:pt x="3232685" y="1237447"/>
                  </a:cubicBezTo>
                  <a:cubicBezTo>
                    <a:pt x="3032827" y="1047273"/>
                    <a:pt x="2844917" y="902741"/>
                    <a:pt x="2737385" y="856012"/>
                  </a:cubicBezTo>
                  <a:cubicBezTo>
                    <a:pt x="2665697" y="824498"/>
                    <a:pt x="2565768" y="809284"/>
                    <a:pt x="2424564" y="809284"/>
                  </a:cubicBezTo>
                  <a:cubicBezTo>
                    <a:pt x="2192120" y="809284"/>
                    <a:pt x="2099795" y="846232"/>
                    <a:pt x="1902109" y="1019018"/>
                  </a:cubicBezTo>
                  <a:cubicBezTo>
                    <a:pt x="1878213" y="1040753"/>
                    <a:pt x="1844541" y="1070094"/>
                    <a:pt x="1826076" y="1085308"/>
                  </a:cubicBezTo>
                  <a:cubicBezTo>
                    <a:pt x="1721803" y="1175505"/>
                    <a:pt x="1601236" y="1280915"/>
                    <a:pt x="1468722" y="1399366"/>
                  </a:cubicBezTo>
                  <a:cubicBezTo>
                    <a:pt x="1385085" y="1473263"/>
                    <a:pt x="1285156" y="1561286"/>
                    <a:pt x="1247140" y="1594974"/>
                  </a:cubicBezTo>
                  <a:cubicBezTo>
                    <a:pt x="1209124" y="1628662"/>
                    <a:pt x="1163504" y="1671044"/>
                    <a:pt x="1143953" y="1688431"/>
                  </a:cubicBezTo>
                  <a:cubicBezTo>
                    <a:pt x="1125487" y="1706905"/>
                    <a:pt x="1073351" y="1752547"/>
                    <a:pt x="1029903" y="1791668"/>
                  </a:cubicBezTo>
                  <a:cubicBezTo>
                    <a:pt x="985370" y="1830790"/>
                    <a:pt x="934319" y="1875345"/>
                    <a:pt x="915854" y="1892732"/>
                  </a:cubicBezTo>
                  <a:lnTo>
                    <a:pt x="883268" y="1922073"/>
                  </a:lnTo>
                  <a:lnTo>
                    <a:pt x="440105" y="1922073"/>
                  </a:lnTo>
                  <a:cubicBezTo>
                    <a:pt x="193541" y="1922073"/>
                    <a:pt x="-3058" y="1917726"/>
                    <a:pt x="-3058" y="1912293"/>
                  </a:cubicBezTo>
                  <a:cubicBezTo>
                    <a:pt x="-3058" y="1906859"/>
                    <a:pt x="88181" y="1821009"/>
                    <a:pt x="201145" y="1719946"/>
                  </a:cubicBezTo>
                  <a:cubicBezTo>
                    <a:pt x="313022" y="1618882"/>
                    <a:pt x="406433" y="1534118"/>
                    <a:pt x="409692" y="1530858"/>
                  </a:cubicBezTo>
                  <a:cubicBezTo>
                    <a:pt x="412950" y="1527598"/>
                    <a:pt x="488983" y="1459135"/>
                    <a:pt x="578051" y="1378719"/>
                  </a:cubicBezTo>
                  <a:cubicBezTo>
                    <a:pt x="668204" y="1298303"/>
                    <a:pt x="795287" y="1183112"/>
                    <a:pt x="860458" y="1123343"/>
                  </a:cubicBezTo>
                  <a:cubicBezTo>
                    <a:pt x="926716" y="1063574"/>
                    <a:pt x="1016869" y="983157"/>
                    <a:pt x="1060316" y="944036"/>
                  </a:cubicBezTo>
                  <a:cubicBezTo>
                    <a:pt x="1103764" y="904914"/>
                    <a:pt x="1152642" y="861446"/>
                    <a:pt x="1168935" y="846232"/>
                  </a:cubicBezTo>
                  <a:cubicBezTo>
                    <a:pt x="1185228" y="831018"/>
                    <a:pt x="1234106" y="787550"/>
                    <a:pt x="1277553" y="748428"/>
                  </a:cubicBezTo>
                  <a:cubicBezTo>
                    <a:pt x="1321001" y="709307"/>
                    <a:pt x="1375310" y="660405"/>
                    <a:pt x="1397033" y="639757"/>
                  </a:cubicBezTo>
                  <a:cubicBezTo>
                    <a:pt x="1419843" y="619110"/>
                    <a:pt x="1466549" y="577815"/>
                    <a:pt x="1501307" y="547387"/>
                  </a:cubicBezTo>
                  <a:cubicBezTo>
                    <a:pt x="1536065" y="518046"/>
                    <a:pt x="1580599" y="477838"/>
                    <a:pt x="1599064" y="459364"/>
                  </a:cubicBezTo>
                  <a:cubicBezTo>
                    <a:pt x="1618615" y="440890"/>
                    <a:pt x="1644683" y="418069"/>
                    <a:pt x="1656631" y="409375"/>
                  </a:cubicBezTo>
                  <a:cubicBezTo>
                    <a:pt x="1669666" y="400681"/>
                    <a:pt x="1714199" y="361560"/>
                    <a:pt x="1754388" y="323525"/>
                  </a:cubicBezTo>
                  <a:cubicBezTo>
                    <a:pt x="1954246" y="136611"/>
                    <a:pt x="2041141" y="77929"/>
                    <a:pt x="2188862" y="25767"/>
                  </a:cubicBezTo>
                  <a:cubicBezTo>
                    <a:pt x="2255119" y="2946"/>
                    <a:pt x="2285532" y="-1401"/>
                    <a:pt x="2398495" y="-1401"/>
                  </a:cubicBezTo>
                  <a:cubicBezTo>
                    <a:pt x="2532096" y="-1401"/>
                    <a:pt x="2685248" y="23593"/>
                    <a:pt x="2763453" y="59455"/>
                  </a:cubicBezTo>
                  <a:cubicBezTo>
                    <a:pt x="2781918" y="68149"/>
                    <a:pt x="2801470" y="74669"/>
                    <a:pt x="2806901" y="74669"/>
                  </a:cubicBezTo>
                  <a:cubicBezTo>
                    <a:pt x="2819935" y="74669"/>
                    <a:pt x="2974173" y="174646"/>
                    <a:pt x="3007845" y="206161"/>
                  </a:cubicBezTo>
                  <a:cubicBezTo>
                    <a:pt x="3023051" y="220288"/>
                    <a:pt x="3066499" y="259409"/>
                    <a:pt x="3104515" y="292010"/>
                  </a:cubicBezTo>
                  <a:cubicBezTo>
                    <a:pt x="3252236" y="422416"/>
                    <a:pt x="3772518" y="892960"/>
                    <a:pt x="4184182" y="1270048"/>
                  </a:cubicBezTo>
                  <a:cubicBezTo>
                    <a:pt x="4423143" y="1488477"/>
                    <a:pt x="4633863" y="1680824"/>
                    <a:pt x="4652328" y="1697125"/>
                  </a:cubicBezTo>
                  <a:cubicBezTo>
                    <a:pt x="4765291" y="1797102"/>
                    <a:pt x="4798963" y="1835137"/>
                    <a:pt x="4792445" y="1853611"/>
                  </a:cubicBezTo>
                  <a:cubicBezTo>
                    <a:pt x="4785928" y="1873171"/>
                    <a:pt x="4646897" y="1967715"/>
                    <a:pt x="4566519" y="2007923"/>
                  </a:cubicBezTo>
                  <a:cubicBezTo>
                    <a:pt x="4543709" y="2019877"/>
                    <a:pt x="4500262" y="2034004"/>
                    <a:pt x="4470935" y="2040525"/>
                  </a:cubicBezTo>
                  <a:cubicBezTo>
                    <a:pt x="4404678" y="2054652"/>
                    <a:pt x="4230888" y="2054652"/>
                    <a:pt x="4179837" y="2040525"/>
                  </a:cubicBezTo>
                  <a:close/>
                </a:path>
              </a:pathLst>
            </a:custGeom>
            <a:solidFill>
              <a:srgbClr val="C00000"/>
            </a:solidFill>
            <a:ln w="10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 hasCustomPrompt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8E8D18-C913-48F2-AEAE-17A836A1C8E7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8E8D18-C913-48F2-AEAE-17A836A1C8E7}" type="datetimeFigureOut">
              <a:rPr lang="ko-KR" altLang="en-US" smtClean="0"/>
              <a:t>2025-12-17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92C108-DDC7-4C2E-807E-2838A9BF3CED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4.wmf"/><Relationship Id="rId4" Type="http://schemas.openxmlformats.org/officeDocument/2006/relationships/oleObject" Target="../embeddings/oleObject1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>
            <a:spLocks noChangeArrowheads="1"/>
          </p:cNvSpPr>
          <p:nvPr/>
        </p:nvSpPr>
        <p:spPr bwMode="auto">
          <a:xfrm>
            <a:off x="355601" y="169334"/>
            <a:ext cx="7531100" cy="3739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76" tIns="34288" rIns="68576" bIns="34288">
            <a:spAutoFit/>
          </a:bodyPr>
          <a:lstStyle>
            <a:lvl1pPr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1pPr>
            <a:lvl2pPr marL="742950" indent="-28575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2pPr>
            <a:lvl3pPr marL="1143000" indent="-22860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3pPr>
            <a:lvl4pPr marL="1600200" indent="-22860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4pPr>
            <a:lvl5pPr marL="2057400" indent="-22860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5pPr>
            <a:lvl6pPr marL="25146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6pPr>
            <a:lvl7pPr marL="29718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7pPr>
            <a:lvl8pPr marL="34290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8pPr>
            <a:lvl9pPr marL="38862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9pPr>
          </a:lstStyle>
          <a:p>
            <a:pPr algn="just" latinLnBrk="1">
              <a:lnSpc>
                <a:spcPct val="110000"/>
              </a:lnSpc>
              <a:defRPr/>
            </a:pP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IN" altLang="en-US" sz="1800" b="1" u="sng" dirty="0">
                <a:solidFill>
                  <a:srgbClr val="0000CC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TRAI. </a:t>
            </a:r>
            <a:r>
              <a:rPr lang="en-IN" altLang="en-US" sz="1800" b="1" u="sng" dirty="0">
                <a:solidFill>
                  <a:srgbClr val="FF0000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1.INJECTION MOLDING START UP REJECTIONS :-   </a:t>
            </a:r>
          </a:p>
        </p:txBody>
      </p:sp>
      <p:sp>
        <p:nvSpPr>
          <p:cNvPr id="3" name="TextBox 5"/>
          <p:cNvSpPr txBox="1">
            <a:spLocks noChangeArrowheads="1"/>
          </p:cNvSpPr>
          <p:nvPr/>
        </p:nvSpPr>
        <p:spPr bwMode="auto">
          <a:xfrm>
            <a:off x="7747000" y="169333"/>
            <a:ext cx="23876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eaLnBrk="1" hangingPunct="1"/>
            <a:r>
              <a:rPr kumimoji="0" lang="en-IN" altLang="en-US" sz="1800" b="1" smtClean="0">
                <a:solidFill>
                  <a:srgbClr val="000000"/>
                </a:solidFill>
                <a:cs typeface="Arial" panose="020B0604020202020204" pitchFamily="34" charset="0"/>
              </a:rPr>
              <a:t>DATE : 16.12.2025</a:t>
            </a:r>
          </a:p>
        </p:txBody>
      </p:sp>
      <p:sp>
        <p:nvSpPr>
          <p:cNvPr id="4" name="TextBox 1"/>
          <p:cNvSpPr txBox="1">
            <a:spLocks noChangeArrowheads="1"/>
          </p:cNvSpPr>
          <p:nvPr/>
        </p:nvSpPr>
        <p:spPr bwMode="auto">
          <a:xfrm>
            <a:off x="0" y="675216"/>
            <a:ext cx="9905999" cy="553998"/>
          </a:xfrm>
          <a:prstGeom prst="rect">
            <a:avLst/>
          </a:prstGeom>
          <a:noFill/>
          <a:ln w="12700">
            <a:solidFill>
              <a:schemeClr val="accent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9pPr>
          </a:lstStyle>
          <a:p>
            <a:pPr eaLnBrk="1" hangingPunct="1">
              <a:defRPr/>
            </a:pP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</a:t>
            </a:r>
            <a:r>
              <a:rPr kumimoji="0" lang="ko-KR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범례 </a:t>
            </a:r>
            <a:r>
              <a:rPr kumimoji="0" lang="en-US" altLang="ko-KR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:    </a:t>
            </a: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1)Machine Startup        2)Mold Startup            </a:t>
            </a: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3)Color Change Start up              4)Maintenance Work     5)</a:t>
            </a: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Tool Room(start up)                </a:t>
            </a:r>
          </a:p>
          <a:p>
            <a:pPr>
              <a:defRPr/>
            </a:pP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           6)</a:t>
            </a: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lunch Break Start up</a:t>
            </a: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  </a:t>
            </a: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7)ManPower Shortage  8) Material Conveyance Problem   9) Power Cut               10)Trolley(or)Bin(or)paint part</a:t>
            </a:r>
            <a:r>
              <a:rPr lang="en-US" altLang="en-US" sz="200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</a:t>
            </a: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Shortage </a:t>
            </a:r>
          </a:p>
          <a:p>
            <a:pPr>
              <a:defRPr/>
            </a:pP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           (or) Barcode not available</a:t>
            </a:r>
            <a:r>
              <a:rPr lang="en-US" altLang="en-US" sz="200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 </a:t>
            </a:r>
            <a:endParaRPr lang="ko-KR" altLang="en-US" b="1" dirty="0">
              <a:latin typeface="Malgun Gothic" panose="020B0503020000020004" charset="-127"/>
              <a:ea typeface="Malgun Gothic" panose="020B0503020000020004" charset="-127"/>
              <a:cs typeface="Calibri" panose="020F050202020403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068658"/>
              </p:ext>
            </p:extLst>
          </p:nvPr>
        </p:nvGraphicFramePr>
        <p:xfrm>
          <a:off x="0" y="1247773"/>
          <a:ext cx="9906000" cy="5354907"/>
        </p:xfrm>
        <a:graphic>
          <a:graphicData uri="http://schemas.openxmlformats.org/drawingml/2006/table">
            <a:tbl>
              <a:tblPr/>
              <a:tblGrid>
                <a:gridCol w="313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24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32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71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4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7586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881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98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058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4644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6233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1130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5252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4393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84779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28786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04182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482003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179248"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S.NO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M/C </a:t>
                      </a:r>
                    </a:p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TON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PART NAME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gridSpan="3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TOTAL REJ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1)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2)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3)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4)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5)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6)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7)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8)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9)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10)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9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A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B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C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837">
                <a:tc rowSpan="2" gridSpan="4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GRAND TOTAL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210</a:t>
                      </a:r>
                      <a:endParaRPr lang="en-IN" sz="800" dirty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18</a:t>
                      </a:r>
                      <a:endParaRPr lang="en-IN" sz="800" dirty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50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40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36</a:t>
                      </a:r>
                      <a:endParaRPr lang="en-IN" sz="800" dirty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18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24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24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alt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28799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IN" altLang="en-US" sz="9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anose="020B0600000101010101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890">
                <a:tc gridSpan="4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67</a:t>
                      </a:r>
                      <a:endParaRPr lang="en-IN" sz="800" dirty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93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50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535">
                <a:tc rowSpan="2" gridSpan="4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POWERCUT </a:t>
                      </a:r>
                      <a:r>
                        <a:rPr kumimoji="0" lang="en-US" altLang="en-US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START UP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0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US" sz="80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altLang="en-US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0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0" lang="en-US" altLang="en-US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anose="020B0600000101010101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822">
                <a:tc gridSpan="4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0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0</a:t>
                      </a:r>
                      <a:endParaRPr lang="en-IN" sz="800" dirty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0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7134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220-1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AI3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LEVER ASSY FRT SEAT H/ADJ RH AI3 T9Y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5+5</a:t>
                      </a:r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200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4071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220-2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QU2I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HOUSING124W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  <a:endParaRPr lang="en-IN" sz="800" b="0" kern="1200" dirty="0" smtClean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12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12</a:t>
                      </a:r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576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4071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220-2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PNL-CRASH PAD CTR LWR RHD T9Y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8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4+4</a:t>
                      </a:r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104</a:t>
                      </a: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4554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450-1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DR ASSY-PASSENGER AIRBAG LHD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1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IN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smtClean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1</a:t>
                      </a:r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201</a:t>
                      </a: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3588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450-1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DR ASSY-PASSENGER AIRBAG RHD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IN" sz="800" b="0" kern="1200" smtClean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4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808</a:t>
                      </a: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4071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550-1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PNL ASSY-CRASH PAD LWR D/SIDE YPK RHD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2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IN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2</a:t>
                      </a:r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492</a:t>
                      </a: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MOULD ONLINE PM</a:t>
                      </a:r>
                      <a:endParaRPr kumimoji="1" lang="en-IN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9300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550-1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PNL ASSY-CRASH PAD LWR D/SIDE MMH LHD -SSB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IN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IN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328</a:t>
                      </a: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33103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8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550-2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COVER-GLOVE BOX RHD YPK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6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smtClean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3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3</a:t>
                      </a: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456</a:t>
                      </a: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MOULD ONLINE PM</a:t>
                      </a: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4554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550-2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COVER-GLOVE BOX RHD MMH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8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kumimoji="1" lang="en-IN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760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TC CABLE ISSUE  &amp; MOULD ONLINE PM</a:t>
                      </a: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6093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550-3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SU2I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TRIM LUGG TRAY COVER  LH / RH YGN</a:t>
                      </a:r>
                      <a:endParaRPr lang="en-IN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8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8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4/4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4/4</a:t>
                      </a:r>
                      <a:endParaRPr kumimoji="1" lang="en-IN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224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08210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650-1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SU2I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BRACKET - BASE A/T PSL RHD</a:t>
                      </a:r>
                      <a:endParaRPr lang="en-IN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2+2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244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32757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650-1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SU2I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BRACKET - BASE A/T PSL LHD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12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IN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6+6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IN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732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972">
                <a:tc gridSpan="19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>
            <a:spLocks noChangeArrowheads="1"/>
          </p:cNvSpPr>
          <p:nvPr/>
        </p:nvSpPr>
        <p:spPr bwMode="auto">
          <a:xfrm>
            <a:off x="355601" y="169334"/>
            <a:ext cx="7531100" cy="3568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76" tIns="34288" rIns="68576" bIns="34288">
            <a:spAutoFit/>
          </a:bodyPr>
          <a:lstStyle>
            <a:lvl1pPr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1pPr>
            <a:lvl2pPr marL="742950" indent="-28575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2pPr>
            <a:lvl3pPr marL="1143000" indent="-22860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3pPr>
            <a:lvl4pPr marL="1600200" indent="-22860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4pPr>
            <a:lvl5pPr marL="2057400" indent="-22860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5pPr>
            <a:lvl6pPr marL="25146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6pPr>
            <a:lvl7pPr marL="29718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7pPr>
            <a:lvl8pPr marL="34290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8pPr>
            <a:lvl9pPr marL="38862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9pPr>
          </a:lstStyle>
          <a:p>
            <a:pPr algn="just" latinLnBrk="1">
              <a:lnSpc>
                <a:spcPct val="110000"/>
              </a:lnSpc>
              <a:defRPr/>
            </a:pP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IN" altLang="en-US" sz="1800" b="1" u="sng" dirty="0">
                <a:solidFill>
                  <a:srgbClr val="0000CC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TRAI. </a:t>
            </a:r>
            <a:r>
              <a:rPr lang="en-IN" altLang="en-US" sz="1800" b="1" u="sng" dirty="0">
                <a:solidFill>
                  <a:srgbClr val="FF0000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2.INJECTION MOLDING START UP REJECTIONS :-   </a:t>
            </a:r>
          </a:p>
        </p:txBody>
      </p:sp>
      <p:sp>
        <p:nvSpPr>
          <p:cNvPr id="3" name="TextBox 5"/>
          <p:cNvSpPr txBox="1">
            <a:spLocks noChangeArrowheads="1"/>
          </p:cNvSpPr>
          <p:nvPr/>
        </p:nvSpPr>
        <p:spPr bwMode="auto">
          <a:xfrm>
            <a:off x="7747000" y="169333"/>
            <a:ext cx="23876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eaLnBrk="1" hangingPunct="1"/>
            <a:r>
              <a:rPr kumimoji="0" lang="en-IN" altLang="en-US" sz="1800" b="1" smtClean="0">
                <a:solidFill>
                  <a:srgbClr val="000000"/>
                </a:solidFill>
                <a:cs typeface="Arial" panose="020B0604020202020204" pitchFamily="34" charset="0"/>
              </a:rPr>
              <a:t>DATE : 16.12.2025</a:t>
            </a:r>
          </a:p>
        </p:txBody>
      </p:sp>
      <p:sp>
        <p:nvSpPr>
          <p:cNvPr id="4" name="TextBox 1"/>
          <p:cNvSpPr txBox="1">
            <a:spLocks noChangeArrowheads="1"/>
          </p:cNvSpPr>
          <p:nvPr/>
        </p:nvSpPr>
        <p:spPr bwMode="auto">
          <a:xfrm>
            <a:off x="0" y="675216"/>
            <a:ext cx="9905999" cy="553998"/>
          </a:xfrm>
          <a:prstGeom prst="rect">
            <a:avLst/>
          </a:prstGeom>
          <a:noFill/>
          <a:ln w="12700">
            <a:solidFill>
              <a:schemeClr val="accent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9pPr>
          </a:lstStyle>
          <a:p>
            <a:pPr eaLnBrk="1" hangingPunct="1">
              <a:defRPr/>
            </a:pP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</a:t>
            </a:r>
            <a:r>
              <a:rPr kumimoji="0" lang="ko-KR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범례 </a:t>
            </a:r>
            <a:r>
              <a:rPr kumimoji="0" lang="en-US" altLang="ko-KR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:    </a:t>
            </a: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1)Machine Startup        2)Mold Startup            </a:t>
            </a: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3)Color Change Start up              4)Maintenance Work     5)</a:t>
            </a: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Tool Room(start up)                </a:t>
            </a:r>
          </a:p>
          <a:p>
            <a:pPr>
              <a:defRPr/>
            </a:pP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           6)</a:t>
            </a: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lunch Break Start up</a:t>
            </a: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  </a:t>
            </a: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7)ManPower Shortage  8) Material Conveyance Problem   9) Power Cut               10)Trolley(or)Bin(or)paint part</a:t>
            </a:r>
            <a:r>
              <a:rPr lang="en-US" altLang="en-US" sz="200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</a:t>
            </a: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Shortage </a:t>
            </a:r>
          </a:p>
          <a:p>
            <a:pPr>
              <a:defRPr/>
            </a:pP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           (or) Barcode not available</a:t>
            </a:r>
            <a:r>
              <a:rPr lang="en-US" altLang="en-US" sz="200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 </a:t>
            </a:r>
            <a:endParaRPr lang="ko-KR" altLang="en-US" b="1" dirty="0">
              <a:latin typeface="Malgun Gothic" panose="020B0503020000020004" charset="-127"/>
              <a:ea typeface="Malgun Gothic" panose="020B0503020000020004" charset="-127"/>
              <a:cs typeface="Calibri" panose="020F050202020403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295348"/>
              </p:ext>
            </p:extLst>
          </p:nvPr>
        </p:nvGraphicFramePr>
        <p:xfrm>
          <a:off x="28575" y="1247776"/>
          <a:ext cx="9829801" cy="5191123"/>
        </p:xfrm>
        <a:graphic>
          <a:graphicData uri="http://schemas.openxmlformats.org/drawingml/2006/table">
            <a:tbl>
              <a:tblPr/>
              <a:tblGrid>
                <a:gridCol w="308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3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80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55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27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73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363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679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4026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558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575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980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3780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7791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21137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9697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455568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190555"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S.NO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M/C </a:t>
                      </a:r>
                    </a:p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TON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PART NAME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gridSpan="3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TOTAL REJ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1)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2)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3)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4)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5)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6)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7)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8)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9)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10)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63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A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B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C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245">
                <a:tc gridSpan="4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anose="020B0600000101010101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15">
                  <a:txBody>
                    <a:bodyPr/>
                    <a:lstStyle/>
                    <a:p>
                      <a:pPr algn="ctr"/>
                      <a:endParaRPr kumimoji="0" lang="en-US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anose="020B0600000101010101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7469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13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650-2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BN7I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SHROUD STRG/COL LWR + KEY UMG</a:t>
                      </a:r>
                      <a:endParaRPr lang="en-IN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4</a:t>
                      </a: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3" marR="9523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212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766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14</a:t>
                      </a:r>
                      <a:endParaRPr kumimoji="1" lang="en-IN" altLang="en-US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650-2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BN7I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SHROUD STRG/COL LWR + KEY NNB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6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IN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IN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2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 smtClean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IN" sz="800" b="0" kern="1200" smtClean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318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OIL LEAKAGE ISSUE </a:t>
                      </a:r>
                      <a:endParaRPr kumimoji="1" lang="en-US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766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850-2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BI3 PE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ENERGY ABS ASSY</a:t>
                      </a:r>
                      <a:endParaRPr lang="en-IN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960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4379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850-3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BN7I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HOUSING GLOVE BOX LHD NNB</a:t>
                      </a:r>
                      <a:endParaRPr lang="en-IN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3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3</a:t>
                      </a:r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372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2ND CORE OUT SIGNAL ISSUE </a:t>
                      </a:r>
                      <a:endParaRPr kumimoji="1" lang="en-IN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7153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17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850-3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BN7I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PNL ASSY-CRASH PAD CTR NNB LHD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  <a:endParaRPr lang="en-IN" sz="800" b="0" kern="1200" dirty="0" smtClean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672</a:t>
                      </a:r>
                      <a:endParaRPr kumimoji="1" lang="en-IN" sz="900" b="0" i="0" u="none" strike="noStrike" kern="1200" dirty="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766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1050-1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HOUSING-GLOVE BOX LHD-MMH</a:t>
                      </a:r>
                      <a:endParaRPr lang="en-IN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2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smtClean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2</a:t>
                      </a:r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246</a:t>
                      </a: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2ND CORE SIGNAL ISSUE </a:t>
                      </a:r>
                      <a:endParaRPr kumimoji="1"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985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1050-1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nb-NO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HOUSING-GLOVE BOX LHD-NNB</a:t>
                      </a:r>
                      <a:endParaRPr lang="en-IN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IN" sz="800" b="0" kern="1200" smtClean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492</a:t>
                      </a: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8540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20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1050-1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BN7I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DUCT-DEFROSTER REARLHD</a:t>
                      </a:r>
                      <a:endParaRPr lang="en-IN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kumimoji="1" lang="en-IN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484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4379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21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1050-2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HOUSING-GLOVE BOX RHD-MMH</a:t>
                      </a:r>
                      <a:endParaRPr lang="en-IN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6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kumimoji="1" lang="en-IN" sz="9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738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MOULD ONLINE PM</a:t>
                      </a: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2294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22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1050-2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HOUSING-GLOVE BOX RHD-NNB</a:t>
                      </a:r>
                      <a:endParaRPr lang="en-IN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492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5078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23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1800-2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SU2I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MOULDING ASSY-SIDE SILL,LH / RH OPT</a:t>
                      </a:r>
                      <a:endParaRPr lang="en-IN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10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16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7/7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2/2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9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10/10</a:t>
                      </a: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7372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TONNAGE DROP ISSUE &amp; FLASH     ISSUE </a:t>
                      </a:r>
                      <a:endParaRPr kumimoji="1"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52993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2000-1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SU2I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TRIM-LUGG SIDE W/O SPKR,RH YGN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6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6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12</a:t>
                      </a:r>
                      <a:endParaRPr lang="en-IN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IN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IN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IN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3948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LUMPS LEKAGE CHECKING </a:t>
                      </a: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4118">
                <a:tc gridSpan="19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>
            <a:spLocks noChangeArrowheads="1"/>
          </p:cNvSpPr>
          <p:nvPr/>
        </p:nvSpPr>
        <p:spPr bwMode="auto">
          <a:xfrm>
            <a:off x="355601" y="169334"/>
            <a:ext cx="7531100" cy="3739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76" tIns="34288" rIns="68576" bIns="34288">
            <a:spAutoFit/>
          </a:bodyPr>
          <a:lstStyle>
            <a:lvl1pPr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1pPr>
            <a:lvl2pPr marL="742950" indent="-28575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2pPr>
            <a:lvl3pPr marL="1143000" indent="-22860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3pPr>
            <a:lvl4pPr marL="1600200" indent="-22860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4pPr>
            <a:lvl5pPr marL="2057400" indent="-22860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5pPr>
            <a:lvl6pPr marL="25146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6pPr>
            <a:lvl7pPr marL="29718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7pPr>
            <a:lvl8pPr marL="34290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8pPr>
            <a:lvl9pPr marL="38862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charset="-127"/>
              </a:defRPr>
            </a:lvl9pPr>
          </a:lstStyle>
          <a:p>
            <a:pPr algn="just" latinLnBrk="1">
              <a:lnSpc>
                <a:spcPct val="110000"/>
              </a:lnSpc>
              <a:defRPr/>
            </a:pP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IN" altLang="en-US" sz="1800" b="1" u="sng" dirty="0">
                <a:solidFill>
                  <a:srgbClr val="0000CC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TRAI. </a:t>
            </a:r>
            <a:r>
              <a:rPr lang="en-IN" altLang="en-US" sz="1800" b="1" u="sng" dirty="0" smtClean="0">
                <a:solidFill>
                  <a:srgbClr val="0000CC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3</a:t>
            </a:r>
            <a:r>
              <a:rPr lang="en-IN" altLang="en-US" sz="1800" b="1" u="sng" dirty="0" smtClean="0">
                <a:solidFill>
                  <a:srgbClr val="FF0000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.INJECTION </a:t>
            </a:r>
            <a:r>
              <a:rPr lang="en-IN" altLang="en-US" sz="1800" b="1" u="sng" dirty="0">
                <a:solidFill>
                  <a:srgbClr val="FF0000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MOLDING START UP REJECTIONS :-   </a:t>
            </a:r>
          </a:p>
        </p:txBody>
      </p:sp>
      <p:sp>
        <p:nvSpPr>
          <p:cNvPr id="3" name="TextBox 5"/>
          <p:cNvSpPr txBox="1">
            <a:spLocks noChangeArrowheads="1"/>
          </p:cNvSpPr>
          <p:nvPr/>
        </p:nvSpPr>
        <p:spPr bwMode="auto">
          <a:xfrm>
            <a:off x="7747000" y="169333"/>
            <a:ext cx="23876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eaLnBrk="1" hangingPunct="1"/>
            <a:r>
              <a:rPr kumimoji="0" lang="en-IN" altLang="en-US" sz="1800" b="1" smtClean="0">
                <a:solidFill>
                  <a:srgbClr val="000000"/>
                </a:solidFill>
                <a:cs typeface="Arial" panose="020B0604020202020204" pitchFamily="34" charset="0"/>
              </a:rPr>
              <a:t>DATE : 16.12.2025</a:t>
            </a:r>
          </a:p>
        </p:txBody>
      </p:sp>
      <p:sp>
        <p:nvSpPr>
          <p:cNvPr id="4" name="TextBox 1"/>
          <p:cNvSpPr txBox="1">
            <a:spLocks noChangeArrowheads="1"/>
          </p:cNvSpPr>
          <p:nvPr/>
        </p:nvSpPr>
        <p:spPr bwMode="auto">
          <a:xfrm>
            <a:off x="0" y="675216"/>
            <a:ext cx="9905999" cy="553998"/>
          </a:xfrm>
          <a:prstGeom prst="rect">
            <a:avLst/>
          </a:prstGeom>
          <a:noFill/>
          <a:ln w="12700">
            <a:solidFill>
              <a:schemeClr val="accent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Gulim" pitchFamily="34" charset="-127"/>
              </a:defRPr>
            </a:lvl9pPr>
          </a:lstStyle>
          <a:p>
            <a:pPr eaLnBrk="1" hangingPunct="1">
              <a:defRPr/>
            </a:pP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</a:t>
            </a:r>
            <a:r>
              <a:rPr kumimoji="0" lang="ko-KR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범례 </a:t>
            </a:r>
            <a:r>
              <a:rPr kumimoji="0" lang="en-US" altLang="ko-KR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:    </a:t>
            </a: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1)Machine Startup        2)Mold Startup            </a:t>
            </a: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3)Color Change Start up              4)Maintenance Work     5)</a:t>
            </a: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Tool Room(start up)                </a:t>
            </a:r>
          </a:p>
          <a:p>
            <a:pPr>
              <a:defRPr/>
            </a:pP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           6)</a:t>
            </a: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lunch Break Start up</a:t>
            </a:r>
            <a:r>
              <a:rPr kumimoji="0"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  </a:t>
            </a: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7)ManPower Shortage  8) Material Conveyance Problem   9) Power Cut               10)Trolley(or)Bin(or)paint part</a:t>
            </a:r>
            <a:r>
              <a:rPr lang="en-US" altLang="en-US" sz="200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</a:t>
            </a: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Shortage </a:t>
            </a:r>
          </a:p>
          <a:p>
            <a:pPr>
              <a:defRPr/>
            </a:pPr>
            <a:r>
              <a:rPr lang="en-US" altLang="en-US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           (or) Barcode not available</a:t>
            </a:r>
            <a:r>
              <a:rPr lang="en-US" altLang="en-US" sz="200" b="1" dirty="0"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 </a:t>
            </a:r>
            <a:endParaRPr lang="ko-KR" altLang="en-US" b="1" dirty="0">
              <a:latin typeface="Malgun Gothic" panose="020B0503020000020004" charset="-127"/>
              <a:ea typeface="Malgun Gothic" panose="020B0503020000020004" charset="-127"/>
              <a:cs typeface="Calibri" panose="020F050202020403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491356"/>
              </p:ext>
            </p:extLst>
          </p:nvPr>
        </p:nvGraphicFramePr>
        <p:xfrm>
          <a:off x="28575" y="1247776"/>
          <a:ext cx="9829799" cy="5191123"/>
        </p:xfrm>
        <a:graphic>
          <a:graphicData uri="http://schemas.openxmlformats.org/drawingml/2006/table">
            <a:tbl>
              <a:tblPr/>
              <a:tblGrid>
                <a:gridCol w="308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63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80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5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27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737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18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363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679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4026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5587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575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980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3780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7791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21137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9697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455568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190555"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S.NO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M/C </a:t>
                      </a:r>
                    </a:p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TON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PART NAME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gridSpan="3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TOTAL REJ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1)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2)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3)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4)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5)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6)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7)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8)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9)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10)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7637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A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B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C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245">
                <a:tc gridSpan="4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endParaRPr kumimoji="0" lang="en-US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anose="020B0600000101010101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15">
                  <a:txBody>
                    <a:bodyPr/>
                    <a:lstStyle/>
                    <a:p>
                      <a:pPr algn="ctr"/>
                      <a:endParaRPr kumimoji="0" lang="en-US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굴림" panose="020B0600000101010101" charset="-127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7469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25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2000-1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SU2I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pl-PL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TRIM-LUGG SIDE W/O SPKR,RH WDN</a:t>
                      </a:r>
                      <a:endParaRPr lang="en-IN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1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1</a:t>
                      </a: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smtClean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US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4</a:t>
                      </a:r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IN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IN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IN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IN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1615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LUMPS LEKAGE CHECKING </a:t>
                      </a:r>
                      <a:endParaRPr kumimoji="1" lang="en-IN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766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26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2000-1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SU2I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TRIM-LUGG SIDE,RH (SPEAKER) WDN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5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1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1615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LUMPS LEKAGE CHECKING </a:t>
                      </a: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766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2300-1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SU2I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PNL FR DR MAIN TRIM LH / RH YGN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6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r>
                        <a:rPr lang="en-IN" sz="800" b="0" kern="1200" smtClean="0">
                          <a:solidFill>
                            <a:schemeClr val="tx1"/>
                          </a:solidFill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3/3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1008</a:t>
                      </a: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LUBRICATION OIL LEVEL LOW          ISSUE </a:t>
                      </a:r>
                      <a:endParaRPr kumimoji="1"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4379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alt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28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2500-1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SU2I FL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TRIM LUGGAGE SIDE-LH YGN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6</a:t>
                      </a: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IN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smtClean="0">
                          <a:latin typeface="Malgun Gothic" panose="020B0503020000020004" charset="-127"/>
                          <a:ea typeface="Malgun Gothic" panose="020B0503020000020004" charset="-127"/>
                        </a:rPr>
                        <a:t>10</a:t>
                      </a:r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IN" sz="900" b="0" i="0" u="none" strike="noStrike" kern="120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3130</a:t>
                      </a: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PRESSURE VALVE CHANGED 1800-2 &amp; HALF NUT OPEN ISSUE </a:t>
                      </a: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7153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alt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IN" sz="800" b="1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IN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en-IN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IN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b="0" dirty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dirty="0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900" b="0" i="0" u="none" strike="noStrike" kern="120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IN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766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alt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1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985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alt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1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8540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alt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sz="800" smtClean="0">
                        <a:latin typeface="MaNGU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smtClean="0">
                        <a:latin typeface="MaNGU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dirty="0" smtClean="0">
                        <a:latin typeface="MaNGU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smtClean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smtClean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smtClean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smtClean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smtClean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smtClean="0">
                        <a:latin typeface="MaNGU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smtClean="0">
                        <a:latin typeface="MaNGU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dirty="0">
                        <a:latin typeface="MaNGU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IN" sz="800" smtClean="0">
                        <a:solidFill>
                          <a:srgbClr val="FF0000"/>
                        </a:solidFill>
                        <a:latin typeface="MaNGU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kumimoji="1"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4379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alt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1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 b="0" smtClean="0"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42294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alt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1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pl-PL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5078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alt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1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3" marR="9523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3" marR="9523" marT="9544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52993"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alt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1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endParaRPr lang="en-US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>
                        <a:buNone/>
                      </a:pPr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800" b="0" i="0" u="none" strike="noStrike" kern="120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dirty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en-US" sz="800" b="0" kern="1200" smtClean="0">
                        <a:solidFill>
                          <a:schemeClr val="tx1"/>
                        </a:solidFill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900" b="0" i="0" u="none" strike="noStrike" kern="120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4118">
                <a:tc gridSpan="19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>
            <a:spLocks noChangeArrowheads="1"/>
          </p:cNvSpPr>
          <p:nvPr/>
        </p:nvSpPr>
        <p:spPr bwMode="auto">
          <a:xfrm>
            <a:off x="389466" y="149225"/>
            <a:ext cx="7531100" cy="3739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76" tIns="34288" rIns="68576" bIns="34288">
            <a:spAutoFit/>
          </a:bodyPr>
          <a:lstStyle>
            <a:lvl1pPr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 defTabSz="955675"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defTabSz="955675" eaLnBrk="0" fontAlgn="base" hangingPunct="0">
              <a:spcBef>
                <a:spcPct val="0"/>
              </a:spcBef>
              <a:spcAft>
                <a:spcPct val="0"/>
              </a:spcAft>
              <a:tabLst>
                <a:tab pos="3227070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latinLnBrk="1">
              <a:lnSpc>
                <a:spcPct val="110000"/>
              </a:lnSpc>
            </a:pP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IN" altLang="en-US" sz="1800" b="1" u="sng" dirty="0" smtClean="0">
                <a:solidFill>
                  <a:srgbClr val="0000CC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TRAI.4 </a:t>
            </a:r>
            <a:r>
              <a:rPr lang="en-IN" altLang="en-US" sz="1800" b="1" u="sng" dirty="0">
                <a:solidFill>
                  <a:srgbClr val="FF0000"/>
                </a:solidFill>
                <a:latin typeface="Trebuchet MS" panose="020B0603020202020204" pitchFamily="34" charset="0"/>
                <a:cs typeface="Calibri" panose="020F0502020204030204" pitchFamily="34" charset="0"/>
              </a:rPr>
              <a:t>.INJECTION MOLDING PROCESS REJECTIONS :-</a:t>
            </a:r>
          </a:p>
        </p:txBody>
      </p:sp>
      <p:sp>
        <p:nvSpPr>
          <p:cNvPr id="3" name="TextBox 5"/>
          <p:cNvSpPr txBox="1">
            <a:spLocks noChangeArrowheads="1"/>
          </p:cNvSpPr>
          <p:nvPr/>
        </p:nvSpPr>
        <p:spPr bwMode="auto">
          <a:xfrm>
            <a:off x="7687733" y="169332"/>
            <a:ext cx="2421467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r>
              <a:rPr kumimoji="0" lang="en-IN" altLang="en-US" sz="1800" b="1" smtClean="0">
                <a:solidFill>
                  <a:srgbClr val="000000"/>
                </a:solidFill>
                <a:cs typeface="Arial" panose="020B0604020202020204" pitchFamily="34" charset="0"/>
              </a:rPr>
              <a:t>DATE : 16.12.2025</a:t>
            </a:r>
          </a:p>
        </p:txBody>
      </p:sp>
      <p:sp>
        <p:nvSpPr>
          <p:cNvPr id="4" name="TextBox 1"/>
          <p:cNvSpPr txBox="1">
            <a:spLocks noChangeArrowheads="1"/>
          </p:cNvSpPr>
          <p:nvPr/>
        </p:nvSpPr>
        <p:spPr bwMode="auto">
          <a:xfrm>
            <a:off x="0" y="683980"/>
            <a:ext cx="9906000" cy="400110"/>
          </a:xfrm>
          <a:prstGeom prst="rect">
            <a:avLst/>
          </a:prstGeom>
          <a:noFill/>
          <a:ln w="12700">
            <a:solidFill>
              <a:schemeClr val="accent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r>
              <a:rPr kumimoji="0" lang="ko-KR" altLang="en-US" b="1" smtClean="0">
                <a:solidFill>
                  <a:prstClr val="black"/>
                </a:solidFill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 범례 </a:t>
            </a:r>
            <a:r>
              <a:rPr kumimoji="0" lang="en-US" altLang="ko-KR" b="1" smtClean="0">
                <a:solidFill>
                  <a:prstClr val="black"/>
                </a:solidFill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:      1) </a:t>
            </a:r>
            <a:r>
              <a:rPr kumimoji="0" lang="en-IN" altLang="ko-KR" b="1" smtClean="0">
                <a:solidFill>
                  <a:prstClr val="black"/>
                </a:solidFill>
                <a:latin typeface="Malgun Gothic" panose="020B0503020000020004" charset="-127"/>
                <a:ea typeface="Malgun Gothic" panose="020B0503020000020004" charset="-127"/>
                <a:cs typeface="Calibri" panose="020F0502020204030204" pitchFamily="34" charset="0"/>
              </a:rPr>
              <a:t>SHORT FILL	2) STREAKS		3) UNDER CUT			4) BLACK MARK	5) AIR BUBBLE
               6) DAMAGE	7) OIL MARK		8) CONTAMINATION		9)  BURN MARK	10) SINK ISSUE</a:t>
            </a:r>
            <a:endParaRPr kumimoji="0" lang="en-IN" altLang="en-US" b="1" dirty="0" smtClean="0">
              <a:solidFill>
                <a:prstClr val="black"/>
              </a:solidFill>
              <a:latin typeface="Malgun Gothic" panose="020B0503020000020004" charset="-127"/>
              <a:ea typeface="Malgun Gothic" panose="020B0503020000020004" charset="-127"/>
              <a:cs typeface="Calibri" panose="020F0502020204030204" pitchFamily="34" charset="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252738"/>
              </p:ext>
            </p:extLst>
          </p:nvPr>
        </p:nvGraphicFramePr>
        <p:xfrm>
          <a:off x="0" y="1107841"/>
          <a:ext cx="9905999" cy="5498441"/>
        </p:xfrm>
        <a:graphic>
          <a:graphicData uri="http://schemas.openxmlformats.org/drawingml/2006/table">
            <a:tbl>
              <a:tblPr/>
              <a:tblGrid>
                <a:gridCol w="309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4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5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039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08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44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688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30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47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78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4133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5698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06712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00749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38866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79102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09818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81021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62937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</a:tblGrid>
              <a:tr h="210748"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S.NO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M/C </a:t>
                      </a:r>
                    </a:p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TON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PART NAME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gridSpan="3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TOTAL REJ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1)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2)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3)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4)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5)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6)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7)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8)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9)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10)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63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A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B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0" lang="en-US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C</a:t>
                      </a: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132">
                <a:tc grid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kumimoji="0" lang="en-IN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71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10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10696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kumimoji="1"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6679">
                <a:tc rowSpan="2" gridSpan="4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kumimoji="0" lang="en-IN" sz="1000" b="1" i="0" u="none" strike="noStrike" kern="1200" cap="none" normalizeH="0" baseline="0" dirty="0">
                          <a:ln>
                            <a:noFill/>
                          </a:ln>
                          <a:solidFill>
                            <a:sysClr val="windowText" lastClr="000000"/>
                          </a:solidFill>
                          <a:effectLst/>
                          <a:latin typeface="Calibri" panose="020F0502020204030204" pitchFamily="34" charset="0"/>
                          <a:ea typeface="굴림" panose="020B0600000101010101" charset="-127"/>
                          <a:cs typeface="Calibri" panose="020F0502020204030204" pitchFamily="34" charset="0"/>
                        </a:rPr>
                        <a:t>SUB TOTAL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9ED3D7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71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081">
                <a:tc gridSpan="4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34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988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450-1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DR ASSY-PASSENGER AIRBAG LHD</a:t>
                      </a:r>
                      <a:endParaRPr lang="en-IN" sz="800" b="0" i="0" u="none" strike="noStrike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804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ASSY TIME CLIP DAMAGE ISSUE 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66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450-1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DR ASSY-PASSENGER AIRBAG RHD</a:t>
                      </a:r>
                      <a:endParaRPr lang="en-IN" sz="800" b="0" i="0" u="none" strike="noStrike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808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ASSY TIME CLIP DAMAGE ISSUE 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73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550-1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PNL ASSY-CRASH PAD LWR D/SIDE YPK RHD</a:t>
                      </a:r>
                      <a:endParaRPr lang="en-IN" sz="800" b="0" i="0" u="none" strike="noStrike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3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IN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RUNNING TIME ISSUE HAPPENED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4077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550-1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PNL ASSY-CRASH PAD LWR D/SIDE MMH RHD</a:t>
                      </a:r>
                      <a:endParaRPr lang="en-IN" sz="800" b="0" i="0" u="none" strike="noStrike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3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246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GS CALTAX MATERIAL RUNNING TIME ISSUE HAPPENED 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988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550-2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COVER-GLOVE BOX RHD YPK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GS CALTAX MATERIAL RUNNING TIME ISSUE HAPPENED </a:t>
                      </a:r>
                      <a:endParaRPr lang="en-US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856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550-2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COVER-GLOVE BOX RHD MMH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3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228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GS CALTAX MATERIAL RUNNING TIME ISSUE HAPPENED 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4822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550-3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SU2I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TRIM LUGG TRAY COVER  LH / RH YGN</a:t>
                      </a:r>
                      <a:endParaRPr lang="en-IN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4/4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112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INJECTION TIME VARIATION ISSUE 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039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650-2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BN7I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SHROUD STRG/COL LWR + KEY UMG</a:t>
                      </a:r>
                      <a:endParaRPr lang="en-IN" sz="800" b="0" i="0" u="none" strike="noStrike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2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106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RUNNING TIME ISSUE HAPPENED</a:t>
                      </a:r>
                      <a:endParaRPr lang="en-IN" sz="8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9039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9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850-2</a:t>
                      </a:r>
                      <a:endParaRPr lang="en-IN" sz="800" b="1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BI3 PE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ENERGY ABS ASSY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5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1200</a:t>
                      </a:r>
                      <a:endParaRPr lang="en-IN" sz="800" b="0" i="0" u="none" strike="noStrike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RUNNING TIME ISSUE HAPPENED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9039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10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1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1050-2</a:t>
                      </a:r>
                      <a:endParaRPr lang="en-IN" sz="800" b="1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AI3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HOUSING-GLOVE BOX RHD-YPK</a:t>
                      </a:r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-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</a:t>
                      </a:r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en-IN" sz="800" b="0" i="0" u="none" strike="noStrike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</a:rPr>
                        <a:t>123</a:t>
                      </a:r>
                      <a:endParaRPr lang="en-IN" sz="800" b="0" i="0" u="none" strike="noStrike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en-US" sz="800" b="0" i="0" u="none" strike="noStrike" kern="120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GS CALTAX MATERIAL RUNNING TIME ISSUE HAPPENED </a:t>
                      </a:r>
                      <a:endParaRPr 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0449">
                <a:tc gridSpan="19"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1" lang="en-US" altLang="en-US" sz="8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STARTUP TIME CONTINUOUS SHORTFILL ISSUE</a:t>
                      </a:r>
                      <a:endParaRPr kumimoji="1" lang="en-US" altLang="en-US" sz="8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976" marR="6976" marT="699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4" marR="9524" marT="9549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5" marR="9525" marT="9540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6974" marR="6974" marT="6992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4" marR="9524" marT="9538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 marL="9524" marR="9524" marT="9545" marB="0" anchor="ctr" horzOverflow="overflow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397933" y="150283"/>
            <a:ext cx="729297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2857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1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kumimoji="1" lang="en-US" altLang="ko-KR" sz="1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TRAI.5.  </a:t>
            </a:r>
            <a:r>
              <a:rPr kumimoji="1" lang="en-GB" alt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NON OPERATION SUMMARY</a:t>
            </a:r>
            <a:endParaRPr kumimoji="1" lang="en-IN" altLang="en-US" sz="18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Calibri" panose="020F0502020204030204" pitchFamily="34" charset="0"/>
              <a:ea typeface="Verdana" panose="020B060403050404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7725082" y="152929"/>
            <a:ext cx="215527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IN" altLang="en-US" sz="1800" b="1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굴림" pitchFamily="50" charset="-128"/>
                <a:cs typeface="Arial" panose="020B0604020202020204" pitchFamily="34" charset="0"/>
              </a:rPr>
              <a:t>DATE : 16.12.2025</a:t>
            </a:r>
            <a:endParaRPr kumimoji="0" lang="en-IN" altLang="en-US" sz="1800" b="1" i="0" u="none" strike="noStrike" kern="120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굴림" pitchFamily="50" charset="-128"/>
              <a:cs typeface="Arial" panose="020B0604020202020204" pitchFamily="34" charset="0"/>
            </a:endParaRPr>
          </a:p>
        </p:txBody>
      </p:sp>
      <p:graphicFrame>
        <p:nvGraphicFramePr>
          <p:cNvPr id="9" name="Chart 66"/>
          <p:cNvGraphicFramePr/>
          <p:nvPr>
            <p:extLst>
              <p:ext uri="{D42A27DB-BD31-4B8C-83A1-F6EECF244321}">
                <p14:modId xmlns:p14="http://schemas.microsoft.com/office/powerpoint/2010/main" val="350540649"/>
              </p:ext>
            </p:extLst>
          </p:nvPr>
        </p:nvGraphicFramePr>
        <p:xfrm>
          <a:off x="0" y="678788"/>
          <a:ext cx="9798756" cy="26965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023739"/>
              </p:ext>
            </p:extLst>
          </p:nvPr>
        </p:nvGraphicFramePr>
        <p:xfrm>
          <a:off x="248221" y="3488770"/>
          <a:ext cx="9224552" cy="2860658"/>
        </p:xfrm>
        <a:graphic>
          <a:graphicData uri="http://schemas.openxmlformats.org/drawingml/2006/table">
            <a:tbl>
              <a:tblPr/>
              <a:tblGrid>
                <a:gridCol w="1661944">
                  <a:extLst>
                    <a:ext uri="{9D8B030D-6E8A-4147-A177-3AD203B41FA5}">
                      <a16:colId xmlns:a16="http://schemas.microsoft.com/office/drawing/2014/main" val="3032260368"/>
                    </a:ext>
                  </a:extLst>
                </a:gridCol>
                <a:gridCol w="945326">
                  <a:extLst>
                    <a:ext uri="{9D8B030D-6E8A-4147-A177-3AD203B41FA5}">
                      <a16:colId xmlns:a16="http://schemas.microsoft.com/office/drawing/2014/main" val="3577405917"/>
                    </a:ext>
                  </a:extLst>
                </a:gridCol>
                <a:gridCol w="945326">
                  <a:extLst>
                    <a:ext uri="{9D8B030D-6E8A-4147-A177-3AD203B41FA5}">
                      <a16:colId xmlns:a16="http://schemas.microsoft.com/office/drawing/2014/main" val="3447753461"/>
                    </a:ext>
                  </a:extLst>
                </a:gridCol>
                <a:gridCol w="945326">
                  <a:extLst>
                    <a:ext uri="{9D8B030D-6E8A-4147-A177-3AD203B41FA5}">
                      <a16:colId xmlns:a16="http://schemas.microsoft.com/office/drawing/2014/main" val="3627959366"/>
                    </a:ext>
                  </a:extLst>
                </a:gridCol>
                <a:gridCol w="945326">
                  <a:extLst>
                    <a:ext uri="{9D8B030D-6E8A-4147-A177-3AD203B41FA5}">
                      <a16:colId xmlns:a16="http://schemas.microsoft.com/office/drawing/2014/main" val="3170649105"/>
                    </a:ext>
                  </a:extLst>
                </a:gridCol>
                <a:gridCol w="945326">
                  <a:extLst>
                    <a:ext uri="{9D8B030D-6E8A-4147-A177-3AD203B41FA5}">
                      <a16:colId xmlns:a16="http://schemas.microsoft.com/office/drawing/2014/main" val="971172178"/>
                    </a:ext>
                  </a:extLst>
                </a:gridCol>
                <a:gridCol w="945326">
                  <a:extLst>
                    <a:ext uri="{9D8B030D-6E8A-4147-A177-3AD203B41FA5}">
                      <a16:colId xmlns:a16="http://schemas.microsoft.com/office/drawing/2014/main" val="2381716745"/>
                    </a:ext>
                  </a:extLst>
                </a:gridCol>
                <a:gridCol w="945326">
                  <a:extLst>
                    <a:ext uri="{9D8B030D-6E8A-4147-A177-3AD203B41FA5}">
                      <a16:colId xmlns:a16="http://schemas.microsoft.com/office/drawing/2014/main" val="1158159296"/>
                    </a:ext>
                  </a:extLst>
                </a:gridCol>
                <a:gridCol w="945326">
                  <a:extLst>
                    <a:ext uri="{9D8B030D-6E8A-4147-A177-3AD203B41FA5}">
                      <a16:colId xmlns:a16="http://schemas.microsoft.com/office/drawing/2014/main" val="2125446064"/>
                    </a:ext>
                  </a:extLst>
                </a:gridCol>
              </a:tblGrid>
              <a:tr h="204187"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NONOPERATION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b"/>
                      <a:r>
                        <a:rPr lang="en-IN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GRAND TOTAL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7787080"/>
                  </a:ext>
                </a:extLst>
              </a:tr>
              <a:tr h="326698"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NO. OF TIMES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MINS.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NO. OF TIMES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MINS.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NO. OF TIMES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MINS.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NO. OF TIMES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TOTAL MINS.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3799610"/>
                  </a:ext>
                </a:extLst>
              </a:tr>
              <a:tr h="20418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Mold change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435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5776477"/>
                  </a:ext>
                </a:extLst>
              </a:tr>
              <a:tr h="20418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Colour change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</a:rPr>
                        <a:t>330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0700601"/>
                  </a:ext>
                </a:extLst>
              </a:tr>
              <a:tr h="20418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Non accept D/T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355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2580827"/>
                  </a:ext>
                </a:extLst>
              </a:tr>
              <a:tr h="20418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Mc brakdown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240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58953534"/>
                  </a:ext>
                </a:extLst>
              </a:tr>
              <a:tr h="20418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Mold breakdown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160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0321674"/>
                  </a:ext>
                </a:extLst>
              </a:tr>
              <a:tr h="20418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Manpower shortage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2553535"/>
                  </a:ext>
                </a:extLst>
              </a:tr>
              <a:tr h="20418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Lumps leakage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75190833"/>
                  </a:ext>
                </a:extLst>
              </a:tr>
              <a:tr h="20418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Oil leakage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8471524"/>
                  </a:ext>
                </a:extLst>
              </a:tr>
              <a:tr h="20418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Material conveying issue 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5763531"/>
                  </a:ext>
                </a:extLst>
              </a:tr>
              <a:tr h="204187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Lunch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4023509"/>
                  </a:ext>
                </a:extLst>
              </a:tr>
              <a:tr h="287903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7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735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605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1755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4511"/>
                  </a:ext>
                </a:extLst>
              </a:tr>
            </a:tbl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0264157"/>
              </p:ext>
            </p:extLst>
          </p:nvPr>
        </p:nvGraphicFramePr>
        <p:xfrm>
          <a:off x="9525000" y="3493713"/>
          <a:ext cx="381000" cy="771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71" name="Worksheet" showAsIcon="1" r:id="rId4" imgW="380880" imgH="771480" progId="Excel.Sheet.12">
                  <p:embed/>
                </p:oleObj>
              </mc:Choice>
              <mc:Fallback>
                <p:oleObj name="Worksheet" showAsIcon="1" r:id="rId4" imgW="380880" imgH="77148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525000" y="3493713"/>
                        <a:ext cx="381000" cy="771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792441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414866" y="86254"/>
            <a:ext cx="6370637" cy="485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1210" tIns="30605" rIns="61210" bIns="30605" anchor="ctr"/>
          <a:lstStyle>
            <a:lvl1pPr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latinLnBrk="1">
              <a:lnSpc>
                <a:spcPct val="110000"/>
              </a:lnSpc>
            </a:pP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US" altLang="ko-KR" sz="1800" b="1" dirty="0" smtClean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TRAI.6.</a:t>
            </a:r>
            <a:r>
              <a:rPr lang="en-US" altLang="ko-KR" sz="1800" b="1" dirty="0" smtClean="0"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DAILY </a:t>
            </a:r>
            <a:r>
              <a:rPr lang="en-US" altLang="ko-KR" sz="1800" b="1" dirty="0"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PRODUCTION  MANPOWER ATTENDANCE DETAILS:- </a:t>
            </a:r>
            <a:endParaRPr kumimoji="0" lang="en-US" altLang="ko-KR" sz="1800" b="1" dirty="0">
              <a:latin typeface="Calibri" panose="020F0502020204030204" pitchFamily="34" charset="0"/>
              <a:ea typeface="Verdana" panose="020B060403050404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7725082" y="152929"/>
            <a:ext cx="215527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r>
              <a:rPr kumimoji="0" lang="en-IN" altLang="en-US" sz="1800" b="1" smtClean="0">
                <a:solidFill>
                  <a:srgbClr val="000000"/>
                </a:solidFill>
                <a:cs typeface="Arial" panose="020B0604020202020204" pitchFamily="34" charset="0"/>
              </a:rPr>
              <a:t>DATE : 16.12.2025</a:t>
            </a:r>
            <a:endParaRPr kumimoji="0" lang="en-IN" altLang="en-US" sz="1800" b="1" dirty="0" smtClean="0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00483839"/>
              </p:ext>
            </p:extLst>
          </p:nvPr>
        </p:nvGraphicFramePr>
        <p:xfrm>
          <a:off x="83129" y="682628"/>
          <a:ext cx="9646497" cy="3355115"/>
        </p:xfrm>
        <a:graphic>
          <a:graphicData uri="http://schemas.openxmlformats.org/drawingml/2006/table">
            <a:tbl>
              <a:tblPr/>
              <a:tblGrid>
                <a:gridCol w="3168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57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90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8314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19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5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00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3832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6164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520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19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2037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4820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363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10422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02997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174825">
                <a:tc rowSpan="2"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S.NO</a:t>
                      </a:r>
                    </a:p>
                    <a:p>
                      <a:pPr marL="0" algn="ctr" defTabSz="843915" rtl="0" eaLnBrk="1" fontAlgn="ctr" latinLnBrk="1" hangingPunct="1"/>
                      <a:endParaRPr lang="en-US" sz="1100" b="1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DATE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SHIFT 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TOTAL       MAN              POWER            PLAN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ACTUAL      MAN           POWER                   COUNT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NEW            MAN               POWER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0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ABSENT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ABSENT %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SHIFT          MAN</a:t>
                      </a:r>
                    </a:p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POWER</a:t>
                      </a:r>
                    </a:p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LATE 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LATE              MAN           POWER %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REPLACE     MAN</a:t>
                      </a:r>
                    </a:p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POWER</a:t>
                      </a:r>
                    </a:p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LATE 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2 SHIFT </a:t>
                      </a:r>
                    </a:p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CONTINUE</a:t>
                      </a:r>
                    </a:p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MP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OVER      TIME               (HRS)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SHORT</a:t>
                      </a:r>
                    </a:p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AGE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REMARKS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2106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TRAINEE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843915" rtl="0" eaLnBrk="1" fontAlgn="ctr" latinLnBrk="1" hangingPunct="1"/>
                      <a:r>
                        <a:rPr lang="en-US" sz="1100" b="1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</a:t>
                      </a:r>
                    </a:p>
                  </a:txBody>
                  <a:tcPr marL="5909" marR="5909" marT="5940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591">
                <a:tc rowSpan="3"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1</a:t>
                      </a:r>
                      <a:endParaRPr 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2" marR="9522" marT="9526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13.12.2025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A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28.57%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59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522" marR="9522" marT="9526" marB="0" anchor="ctr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B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37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 </a:t>
                      </a:r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 </a:t>
                      </a:r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 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 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 </a:t>
                      </a:r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0.00%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 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A+B=4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 </a:t>
                      </a:r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 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 </a:t>
                      </a:r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93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522" marR="9522" marT="9526" marB="0" anchor="ctr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C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0.00%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 </a:t>
                      </a:r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-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049">
                <a:tc rowSpan="3"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9522" marR="9522" marT="9526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15.12.2025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A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37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37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1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0%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15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40.54%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2500</a:t>
                      </a:r>
                      <a:r>
                        <a:rPr lang="en-IN" sz="1000" b="0" i="0" u="none" strike="noStrike" kern="1200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MACHINE ROBOT NOT WORKING 15 MAN POWER DELAY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489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522" marR="9522" marT="9526" marB="0" anchor="ctr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B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37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37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2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5%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0.00%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2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A+B=2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16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2500</a:t>
                      </a:r>
                      <a:r>
                        <a:rPr lang="en-IN" sz="1000" b="0" i="0" u="none" strike="noStrike" kern="1200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MACHINE ROBOT NOT WORKING</a:t>
                      </a:r>
                      <a:endParaRPr lang="en-IN" sz="10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704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522" marR="9522" marT="9526" marB="0" anchor="ctr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C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37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37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2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6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16%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23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62.16%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3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B+C=6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42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0</a:t>
                      </a:r>
                      <a:endParaRPr lang="en-IN" sz="1000" b="0" i="0" u="none" strike="noStrike" kern="1200" dirty="0">
                        <a:solidFill>
                          <a:srgbClr val="FF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2500</a:t>
                      </a:r>
                      <a:r>
                        <a:rPr lang="en-IN" sz="1000" b="0" i="0" u="none" strike="noStrike" kern="1200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MACHINE ROBOT NOT WORKING 15 MAN POWER DELAY</a:t>
                      </a:r>
                      <a:endParaRPr lang="en-IN" sz="1000" b="0" i="0" u="none" strike="noStrike" kern="1200" dirty="0" smtClean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2591">
                <a:tc rowSpan="3">
                  <a:txBody>
                    <a:bodyPr/>
                    <a:lstStyle/>
                    <a:p>
                      <a:pPr marL="0" marR="0" lvl="0" indent="0" algn="ctr" defTabSz="843915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3</a:t>
                      </a:r>
                    </a:p>
                  </a:txBody>
                  <a:tcPr marL="9522" marR="9522" marT="9526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 rtl="0" fontAlgn="ctr"/>
                      <a:r>
                        <a:rPr lang="en-IN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Malgun Gothic" panose="020B0503020000020004" charset="-127"/>
                          <a:ea typeface="Malgun Gothic" panose="020B0503020000020004" charset="-127"/>
                          <a:cs typeface="+mn-cs"/>
                        </a:rPr>
                        <a:t>16.12.2025</a:t>
                      </a:r>
                      <a:endParaRPr lang="en-IN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Malgun Gothic" panose="020B0503020000020004" charset="-127"/>
                        <a:ea typeface="Malgun Gothic" panose="020B0503020000020004" charset="-127"/>
                        <a:cs typeface="+mn-cs"/>
                      </a:endParaRP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8%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40.54%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A+B=3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2500 MACHINE ROBOT NOT WORKING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489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522" marR="9522" marT="9526" marB="0" anchor="ctr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3%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18.92%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A+B=2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2500 MACHINE ROBOT NOT WORKING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259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marL="9522" marR="9522" marT="9526" marB="0" anchor="ctr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5%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43.24%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B+C=2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2500 MACHINE ROBOT NOT WORKING</a:t>
                      </a:r>
                    </a:p>
                  </a:txBody>
                  <a:tcPr marL="9525" marR="9525" marT="9525" marB="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36" y="4161034"/>
            <a:ext cx="9388334" cy="2167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788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ChangeArrowheads="1"/>
          </p:cNvSpPr>
          <p:nvPr/>
        </p:nvSpPr>
        <p:spPr bwMode="auto">
          <a:xfrm>
            <a:off x="414866" y="86254"/>
            <a:ext cx="6370637" cy="485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1210" tIns="30605" rIns="61210" bIns="30605" anchor="ctr"/>
          <a:lstStyle>
            <a:lvl1pPr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latinLnBrk="1">
              <a:lnSpc>
                <a:spcPct val="110000"/>
              </a:lnSpc>
            </a:pP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US" altLang="ko-KR" sz="1800" b="1" dirty="0" smtClean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TRAI.7.SIDE SILL OPT PAINT PART DETAILS </a:t>
            </a:r>
            <a:r>
              <a:rPr lang="en-US" altLang="ko-KR" sz="1800" b="1" dirty="0" smtClean="0"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:- </a:t>
            </a:r>
            <a:endParaRPr kumimoji="0" lang="en-US" altLang="ko-KR" sz="1800" b="1" dirty="0">
              <a:latin typeface="Calibri" panose="020F0502020204030204" pitchFamily="34" charset="0"/>
              <a:ea typeface="Verdana" panose="020B060403050404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7725082" y="152929"/>
            <a:ext cx="215527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r>
              <a:rPr kumimoji="0" lang="en-IN" altLang="en-US" sz="1800" b="1" smtClean="0">
                <a:solidFill>
                  <a:srgbClr val="000000"/>
                </a:solidFill>
                <a:cs typeface="Arial" panose="020B0604020202020204" pitchFamily="34" charset="0"/>
              </a:rPr>
              <a:t>DATE : 16.12.2025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2" y="667819"/>
            <a:ext cx="9745435" cy="581517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3565929"/>
              </p:ext>
            </p:extLst>
          </p:nvPr>
        </p:nvGraphicFramePr>
        <p:xfrm>
          <a:off x="0" y="832201"/>
          <a:ext cx="9725892" cy="5497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1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14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14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31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8507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1500" b="1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 shift – LH/RH 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1500" b="1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02/00 nos</a:t>
                      </a:r>
                    </a:p>
                  </a:txBody>
                  <a:tcPr marL="51435" marR="51435" marT="25717" marB="257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1500" b="1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 shift – LH/RH 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1500" b="1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04/00 nos</a:t>
                      </a:r>
                    </a:p>
                  </a:txBody>
                  <a:tcPr marL="51435" marR="51435" marT="25717" marB="257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1500" b="1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 shift – LH/RH 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1500" b="1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04/10 nos</a:t>
                      </a:r>
                    </a:p>
                  </a:txBody>
                  <a:tcPr marL="51435" marR="51435" marT="25717" marB="257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IN" sz="1500" b="1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TOTAL – </a:t>
                      </a:r>
                      <a:r>
                        <a:rPr lang="en-US" sz="1500" b="1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LH/RH 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500" b="1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10/10 nos</a:t>
                      </a:r>
                    </a:p>
                  </a:txBody>
                  <a:tcPr marL="51435" marR="51435" marT="25717" marB="257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12273">
                <a:tc gridSpan="4">
                  <a:txBody>
                    <a:bodyPr/>
                    <a:lstStyle/>
                    <a:p>
                      <a:pPr algn="ctr"/>
                      <a:endParaRPr lang="en-IN" sz="140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51435" marR="51435" marT="25717" marB="2571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5" name="TextBox 4"/>
          <p:cNvSpPr txBox="1">
            <a:spLocks noChangeArrowheads="1"/>
          </p:cNvSpPr>
          <p:nvPr/>
        </p:nvSpPr>
        <p:spPr bwMode="auto">
          <a:xfrm>
            <a:off x="7513555" y="357697"/>
            <a:ext cx="2392445" cy="2673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51426" tIns="25713" rIns="51426" bIns="25713">
            <a:spAutoFit/>
          </a:bodyPr>
          <a:lstStyle>
            <a:lvl1pPr latinLnBrk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Malgun Gothic" panose="020B0503020000020004" charset="-127"/>
              </a:defRPr>
            </a:lvl1pPr>
            <a:lvl2pPr marL="742950" indent="-285750" latinLnBrk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Malgun Gothic" panose="020B0503020000020004" charset="-127"/>
              </a:defRPr>
            </a:lvl2pPr>
            <a:lvl3pPr marL="1143000" indent="-228600" latinLnBrk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Malgun Gothic" panose="020B0503020000020004" charset="-127"/>
              </a:defRPr>
            </a:lvl3pPr>
            <a:lvl4pPr marL="1600200" indent="-228600" latinLnBrk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Malgun Gothic" panose="020B0503020000020004" charset="-127"/>
              </a:defRPr>
            </a:lvl4pPr>
            <a:lvl5pPr marL="2057400" indent="-228600" latinLnBrk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Malgun Gothic" panose="020B0503020000020004" charset="-127"/>
              </a:defRPr>
            </a:lvl5pPr>
            <a:lvl6pPr marL="2514600" indent="-228600" eaLnBrk="0" fontAlgn="base" latinLnBrk="1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Malgun Gothic" panose="020B0503020000020004" charset="-127"/>
              </a:defRPr>
            </a:lvl6pPr>
            <a:lvl7pPr marL="2971800" indent="-228600" eaLnBrk="0" fontAlgn="base" latinLnBrk="1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Malgun Gothic" panose="020B0503020000020004" charset="-127"/>
              </a:defRPr>
            </a:lvl7pPr>
            <a:lvl8pPr marL="3429000" indent="-228600" eaLnBrk="0" fontAlgn="base" latinLnBrk="1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Malgun Gothic" panose="020B0503020000020004" charset="-127"/>
              </a:defRPr>
            </a:lvl8pPr>
            <a:lvl9pPr marL="3886200" indent="-228600" eaLnBrk="0" fontAlgn="base" latinLnBrk="1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Malgun Gothic" panose="020B0503020000020004" charset="-127"/>
              </a:defRPr>
            </a:lvl9pPr>
          </a:lstStyle>
          <a:p>
            <a:pPr algn="ctr" latinLnBrk="0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IN" altLang="en-US" sz="1400" dirty="0" smtClean="0">
                <a:solidFill>
                  <a:srgbClr val="002060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 DEPARTMENT : PRODUCTION</a:t>
            </a:r>
            <a:endParaRPr lang="en-IN" altLang="en-US" sz="1400" dirty="0">
              <a:solidFill>
                <a:srgbClr val="002060"/>
              </a:solidFill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505748" y="143000"/>
            <a:ext cx="6500694" cy="3946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49733" tIns="24867" rIns="49733" bIns="24867" anchor="ctr"/>
          <a:lstStyle>
            <a:lvl1pPr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latinLnBrk="1">
              <a:lnSpc>
                <a:spcPct val="110000"/>
              </a:lnSpc>
            </a:pPr>
            <a:r>
              <a:rPr lang="en-US" altLang="ko-KR" sz="16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US" altLang="ko-KR" sz="1600" b="1" dirty="0" smtClean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TRAI.8. </a:t>
            </a:r>
            <a:r>
              <a:rPr lang="en-US" altLang="ko-KR" sz="16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PAINT </a:t>
            </a: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PART</a:t>
            </a:r>
            <a:r>
              <a:rPr lang="en-US" altLang="ko-KR" sz="16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 SCRATCH </a:t>
            </a:r>
            <a:r>
              <a:rPr lang="en-US" altLang="ko-KR" sz="1600" b="1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&amp; </a:t>
            </a:r>
            <a:r>
              <a:rPr lang="en-US" altLang="ko-KR" sz="1600" b="1" smtClean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DAMAGE </a:t>
            </a:r>
            <a:r>
              <a:rPr lang="en-US" altLang="ko-KR" sz="16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&amp; PAINT DUST ISSUE DETAILS </a:t>
            </a:r>
            <a:r>
              <a:rPr lang="en-US" altLang="ko-KR" sz="1600" b="1" dirty="0"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:- </a:t>
            </a:r>
            <a:endParaRPr kumimoji="0" lang="en-US" altLang="ko-KR" sz="1600" b="1" dirty="0">
              <a:latin typeface="Calibri" panose="020F0502020204030204" pitchFamily="34" charset="0"/>
              <a:ea typeface="Verdana" panose="020B060403050404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Rectangle 1"/>
          <p:cNvSpPr>
            <a:spLocks noChangeArrowheads="1"/>
          </p:cNvSpPr>
          <p:nvPr/>
        </p:nvSpPr>
        <p:spPr bwMode="auto">
          <a:xfrm>
            <a:off x="7846584" y="84795"/>
            <a:ext cx="1791388" cy="3177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r>
              <a:rPr kumimoji="0" lang="en-IN" altLang="en-US" sz="1465" b="1" smtClean="0">
                <a:solidFill>
                  <a:srgbClr val="000000"/>
                </a:solidFill>
                <a:cs typeface="Arial" panose="020B0604020202020204" pitchFamily="34" charset="0"/>
              </a:rPr>
              <a:t>DATE : 16.12.2025</a:t>
            </a:r>
            <a:endParaRPr kumimoji="0" lang="en-IN" altLang="en-US" sz="1465" b="1" dirty="0" smtClean="0">
              <a:solidFill>
                <a:srgbClr val="000000"/>
              </a:solidFill>
              <a:cs typeface="Arial" panose="020B0604020202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500" y="1500027"/>
            <a:ext cx="2979889" cy="1849348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7138827" y="1726058"/>
            <a:ext cx="1181528" cy="103597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3344" y="1561351"/>
            <a:ext cx="3164441" cy="1890766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68" y="3729519"/>
            <a:ext cx="2619910" cy="2404154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429802" y="4623371"/>
            <a:ext cx="1244886" cy="122091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038" y="1572328"/>
            <a:ext cx="2571436" cy="1848966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304800" y="2083942"/>
            <a:ext cx="1181528" cy="103597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8006" y="3739793"/>
            <a:ext cx="2928134" cy="2434976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3993223" y="4364805"/>
            <a:ext cx="1244886" cy="122091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21" name="Picture 2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39969" y="3719245"/>
            <a:ext cx="2745820" cy="2434975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7176499" y="4613096"/>
            <a:ext cx="1244886" cy="127913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8406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6100160"/>
              </p:ext>
            </p:extLst>
          </p:nvPr>
        </p:nvGraphicFramePr>
        <p:xfrm>
          <a:off x="1552046" y="990600"/>
          <a:ext cx="6973886" cy="5046602"/>
        </p:xfrm>
        <a:graphic>
          <a:graphicData uri="http://schemas.openxmlformats.org/drawingml/2006/table">
            <a:tbl>
              <a:tblPr/>
              <a:tblGrid>
                <a:gridCol w="40367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1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5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9550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IN" altLang="en-US" sz="1800" b="1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16.12.2025</a:t>
                      </a:r>
                      <a:endParaRPr kumimoji="1" lang="en-IN" altLang="en-US" sz="1800" b="1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AEE0"/>
                    </a:solidFill>
                  </a:tcPr>
                </a:tc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GB" altLang="en-US" sz="18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 QTY</a:t>
                      </a:r>
                    </a:p>
                  </a:txBody>
                  <a:tcPr marL="952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AEE0"/>
                    </a:solidFill>
                  </a:tcPr>
                </a:tc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GB" altLang="en-US" sz="1800" b="1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COST</a:t>
                      </a:r>
                    </a:p>
                  </a:txBody>
                  <a:tcPr marL="952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9AE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971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GB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28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US" altLang="en-GB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30479</a:t>
                      </a:r>
                    </a:p>
                  </a:txBody>
                  <a:tcPr marL="952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IN" altLang="en-US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-</a:t>
                      </a:r>
                    </a:p>
                  </a:txBody>
                  <a:tcPr marL="952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679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OK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84328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US" altLang="en-GB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30198</a:t>
                      </a:r>
                      <a:endParaRPr kumimoji="1" lang="en-US" altLang="en-GB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IN" altLang="en-US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-</a:t>
                      </a:r>
                    </a:p>
                  </a:txBody>
                  <a:tcPr marL="952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1475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NG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281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39495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9867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NG-A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88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11250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1886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NG-B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109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17195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4475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NG-C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84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11050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3744"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PROCESS REJECTION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71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10696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8098"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STARTUP REJECTION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210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28799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0354"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POWER CUT REJECTION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-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-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9051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NO OF MOLD CHANGE START UP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08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9226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NO OF COLOUR CHANGE START UP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09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9226">
                <a:tc>
                  <a:txBody>
                    <a:bodyPr/>
                    <a:lstStyle>
                      <a:lvl1pPr defTabSz="843280" latinLnBrk="1">
                        <a:spcBef>
                          <a:spcPct val="20000"/>
                        </a:spcBef>
                        <a:defRPr kumimoji="1" sz="26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1pPr>
                      <a:lvl2pPr marL="742950" indent="-285750" defTabSz="843280" latinLnBrk="1">
                        <a:spcBef>
                          <a:spcPct val="20000"/>
                        </a:spcBef>
                        <a:defRPr kumimoji="1" sz="22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2pPr>
                      <a:lvl3pPr marL="1143000" indent="-228600" defTabSz="843280" latinLnBrk="1">
                        <a:spcBef>
                          <a:spcPct val="20000"/>
                        </a:spcBef>
                        <a:defRPr kumimoji="1" sz="20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3pPr>
                      <a:lvl4pPr marL="16002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4pPr>
                      <a:lvl5pPr marL="2057400" indent="-228600" defTabSz="843280" latinLnBrk="1">
                        <a:spcBef>
                          <a:spcPct val="20000"/>
                        </a:spcBef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5pPr>
                      <a:lvl6pPr marL="25146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6pPr>
                      <a:lvl7pPr marL="29718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7pPr>
                      <a:lvl8pPr marL="34290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8pPr>
                      <a:lvl9pPr marL="3886200" indent="-228600" defTabSz="84328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700">
                          <a:solidFill>
                            <a:schemeClr val="tx1"/>
                          </a:solidFill>
                          <a:latin typeface="굴림" panose="020B0600000101010101" charset="-127"/>
                          <a:ea typeface="굴림" panose="020B0600000101010101" charset="-127"/>
                        </a:defRPr>
                      </a:lvl9pPr>
                    </a:lstStyle>
                    <a:p>
                      <a:pPr marL="0" marR="0" lvl="0" indent="0" algn="ctr" defTabSz="843280" rtl="0" eaLnBrk="1" fontAlgn="ctr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kumimoji="1" lang="en-IN" altLang="en-US" sz="1800" b="0" kern="1200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NO OF MACHINE START UP</a:t>
                      </a:r>
                    </a:p>
                  </a:txBody>
                  <a:tcPr marL="85702" marR="9522" marT="9530" marB="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2F2F2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kumimoji="1" lang="en-IN" sz="1800" b="0" kern="1200" dirty="0" smtClean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Verdana" panose="020B0604030504040204" pitchFamily="34" charset="0"/>
                          <a:cs typeface="Calibri" panose="020F0502020204030204" pitchFamily="34" charset="0"/>
                        </a:rPr>
                        <a:t>04</a:t>
                      </a:r>
                      <a:endParaRPr kumimoji="1" lang="en-IN" sz="1800" b="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Verdan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414867" y="86253"/>
            <a:ext cx="6370637" cy="4857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61210" tIns="30605" rIns="61210" bIns="30605" anchor="ctr"/>
          <a:lstStyle>
            <a:lvl1pPr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 defTabSz="957580"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defTabSz="957580" eaLnBrk="0" fontAlgn="base" hangingPunct="0">
              <a:spcBef>
                <a:spcPct val="0"/>
              </a:spcBef>
              <a:spcAft>
                <a:spcPct val="0"/>
              </a:spcAft>
              <a:tabLst>
                <a:tab pos="3228975" algn="l"/>
              </a:tabLs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pPr latinLnBrk="1">
              <a:lnSpc>
                <a:spcPct val="110000"/>
              </a:lnSpc>
            </a:pPr>
            <a:r>
              <a:rPr lang="en-US" altLang="ko-KR" sz="1800" b="1" dirty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▣ </a:t>
            </a:r>
            <a:r>
              <a:rPr lang="en-US" altLang="ko-KR" sz="1800" b="1" dirty="0" smtClean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TRAI.9. </a:t>
            </a:r>
            <a:r>
              <a:rPr lang="en-US" altLang="ko-KR" sz="1800" b="1" dirty="0" smtClean="0">
                <a:solidFill>
                  <a:srgbClr val="0000FF"/>
                </a:solidFill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PRODUCTION QUALITY SUMMARY</a:t>
            </a:r>
            <a:r>
              <a:rPr lang="en-US" altLang="ko-KR" sz="1800" b="1" dirty="0" smtClean="0">
                <a:latin typeface="Calibri" panose="020F050202020403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:- </a:t>
            </a:r>
            <a:endParaRPr kumimoji="0" lang="en-US" altLang="ko-KR" sz="1800" b="1" dirty="0">
              <a:latin typeface="Calibri" panose="020F0502020204030204" pitchFamily="34" charset="0"/>
              <a:ea typeface="Verdana" panose="020B060403050404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7725082" y="152929"/>
            <a:ext cx="215527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1pPr>
            <a:lvl2pPr marL="742950" indent="-28575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2pPr>
            <a:lvl3pPr marL="11430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3pPr>
            <a:lvl4pPr marL="16002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4pPr>
            <a:lvl5pPr marL="2057400" indent="-228600"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1000">
                <a:solidFill>
                  <a:schemeClr val="tx1"/>
                </a:solidFill>
                <a:latin typeface="Arial" panose="020B0604020202020204" pitchFamily="34" charset="0"/>
                <a:ea typeface="굴림" pitchFamily="50" charset="-128"/>
              </a:defRPr>
            </a:lvl9pPr>
          </a:lstStyle>
          <a:p>
            <a:r>
              <a:rPr kumimoji="0" lang="en-IN" altLang="en-US" sz="1800" b="1" smtClean="0">
                <a:solidFill>
                  <a:srgbClr val="000000"/>
                </a:solidFill>
                <a:cs typeface="Arial" panose="020B0604020202020204" pitchFamily="34" charset="0"/>
              </a:rPr>
              <a:t>DATE : 16.12.2025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762*269"/>
  <p:tag name="TABLE_ENDDRAG_RECT" val="8*53*762*269"/>
</p:tagLst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449</TotalTime>
  <Words>1564</Words>
  <Application>Microsoft Office PowerPoint</Application>
  <PresentationFormat>A4 Paper (210x297 mm)</PresentationFormat>
  <Paragraphs>849</Paragraphs>
  <Slides>9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22" baseType="lpstr">
      <vt:lpstr>맑은 고딕</vt:lpstr>
      <vt:lpstr>맑은 고딕</vt:lpstr>
      <vt:lpstr>Aptos</vt:lpstr>
      <vt:lpstr>Aptos Display</vt:lpstr>
      <vt:lpstr>Arial</vt:lpstr>
      <vt:lpstr>Calibri</vt:lpstr>
      <vt:lpstr>굴림</vt:lpstr>
      <vt:lpstr>LG Smart UI SemiBold</vt:lpstr>
      <vt:lpstr>MaNGU</vt:lpstr>
      <vt:lpstr>Trebuchet MS</vt:lpstr>
      <vt:lpstr>Verdana</vt:lpstr>
      <vt:lpstr>Office 테마</vt:lpstr>
      <vt:lpstr>Worksheet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박형기</dc:creator>
  <cp:lastModifiedBy>Lenovo</cp:lastModifiedBy>
  <cp:revision>14701</cp:revision>
  <dcterms:created xsi:type="dcterms:W3CDTF">2024-11-23T00:34:00Z</dcterms:created>
  <dcterms:modified xsi:type="dcterms:W3CDTF">2025-12-17T11:33:51Z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19C16263E7D041209C7DEC15EC5D0A11_12</vt:lpwstr>
  </property>
  <property fmtid="{D5CDD505-2E9C-101B-9397-08002B2CF9AE}" pid="3" name="KSOProductBuildVer">
    <vt:lpwstr>2057-12.2.0.23155</vt:lpwstr>
  </property>
</Properties>
</file>